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375f5595a46416d" /><Relationship Type="http://schemas.openxmlformats.org/officeDocument/2006/relationships/extended-properties" Target="/docProps/app.xml" Id="R13d85a66173844db" /><Relationship Type="http://schemas.openxmlformats.org/officeDocument/2006/relationships/officeDocument" Target="/ppt/presentation.xml" Id="Rd65843e2003f4f68" /></Relationships>
</file>

<file path=ppt/presentation.xml><?xml version="1.0" encoding="utf-8"?>
<p:presentation xmlns:p="http://schemas.openxmlformats.org/presentationml/2006/main">
  <p:sldMasterIdLst>
    <p:sldMasterId xmlns:r="http://schemas.openxmlformats.org/officeDocument/2006/relationships" id="2147483648" r:id="Re646820bf0a840ab"/>
  </p:sldMasterIdLst>
  <p:notesMasterIdLst>
    <p:notesMasterId xmlns:r="http://schemas.openxmlformats.org/officeDocument/2006/relationships" r:id="R275248812ebc4909"/>
  </p:notesMasterIdLst>
  <p:sldIdLst>
    <p:sldId xmlns:r="http://schemas.openxmlformats.org/officeDocument/2006/relationships" id="256" r:id="R4f0bc3fa30e04fd1"/>
    <p:sldId xmlns:r="http://schemas.openxmlformats.org/officeDocument/2006/relationships" id="257" r:id="R5276c00c508e488e"/>
    <p:sldId xmlns:r="http://schemas.openxmlformats.org/officeDocument/2006/relationships" id="258" r:id="Rfac31e77ad9a4486"/>
    <p:sldId xmlns:r="http://schemas.openxmlformats.org/officeDocument/2006/relationships" id="259" r:id="R328a73524613426a"/>
    <p:sldId xmlns:r="http://schemas.openxmlformats.org/officeDocument/2006/relationships" id="260" r:id="R4f6bbe99d3fe4777"/>
    <p:sldId xmlns:r="http://schemas.openxmlformats.org/officeDocument/2006/relationships" id="261" r:id="Redc970a3e39e47d0"/>
    <p:sldId xmlns:r="http://schemas.openxmlformats.org/officeDocument/2006/relationships" id="262" r:id="R696db4566b9d40ba"/>
    <p:sldId xmlns:r="http://schemas.openxmlformats.org/officeDocument/2006/relationships" id="263" r:id="R36429125ba954801"/>
    <p:sldId xmlns:r="http://schemas.openxmlformats.org/officeDocument/2006/relationships" id="264" r:id="R5c6e12a58e374de1"/>
    <p:sldId xmlns:r="http://schemas.openxmlformats.org/officeDocument/2006/relationships" id="265" r:id="R00611be1d8b1468e"/>
    <p:sldId xmlns:r="http://schemas.openxmlformats.org/officeDocument/2006/relationships" id="266" r:id="Rbec15d19f8fa4698"/>
    <p:sldId xmlns:r="http://schemas.openxmlformats.org/officeDocument/2006/relationships" id="267" r:id="Rb4849b5c2d1e445e"/>
    <p:sldId xmlns:r="http://schemas.openxmlformats.org/officeDocument/2006/relationships" id="268" r:id="Rd03143aa56cb4336"/>
    <p:sldId xmlns:r="http://schemas.openxmlformats.org/officeDocument/2006/relationships" id="269" r:id="R02862a0de240408a"/>
    <p:sldId xmlns:r="http://schemas.openxmlformats.org/officeDocument/2006/relationships" id="270" r:id="R68e441cb992145e0"/>
    <p:sldId xmlns:r="http://schemas.openxmlformats.org/officeDocument/2006/relationships" id="271" r:id="R31187a3aeb97431f"/>
    <p:sldId xmlns:r="http://schemas.openxmlformats.org/officeDocument/2006/relationships" id="272" r:id="R92bcea8d6a024df8"/>
    <p:sldId xmlns:r="http://schemas.openxmlformats.org/officeDocument/2006/relationships" id="273" r:id="Ra049bef612054448"/>
    <p:sldId xmlns:r="http://schemas.openxmlformats.org/officeDocument/2006/relationships" id="274" r:id="Rb22ac8998a5f4b15"/>
    <p:sldId xmlns:r="http://schemas.openxmlformats.org/officeDocument/2006/relationships" id="275" r:id="R8ff6e8f8d77044b9"/>
    <p:sldId xmlns:r="http://schemas.openxmlformats.org/officeDocument/2006/relationships" id="276" r:id="R0d9c23a021364cfc"/>
    <p:sldId xmlns:r="http://schemas.openxmlformats.org/officeDocument/2006/relationships" id="277" r:id="R67bb898f01a247be"/>
    <p:sldId xmlns:r="http://schemas.openxmlformats.org/officeDocument/2006/relationships" id="278" r:id="Rf656da5c99474916"/>
    <p:sldId xmlns:r="http://schemas.openxmlformats.org/officeDocument/2006/relationships" id="279" r:id="Rfa1f4434fc46448d"/>
    <p:sldId xmlns:r="http://schemas.openxmlformats.org/officeDocument/2006/relationships" id="280" r:id="Rccde1ed49a9749dc"/>
    <p:sldId xmlns:r="http://schemas.openxmlformats.org/officeDocument/2006/relationships" id="281" r:id="Rd32bfd4f4ce040df"/>
    <p:sldId xmlns:r="http://schemas.openxmlformats.org/officeDocument/2006/relationships" id="282" r:id="R8377163f00de4fe8"/>
    <p:sldId xmlns:r="http://schemas.openxmlformats.org/officeDocument/2006/relationships" id="283" r:id="R672bdc5684b9496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a602cff80bb4888" /><Relationship Type="http://schemas.openxmlformats.org/officeDocument/2006/relationships/slideMaster" Target="/ppt/slideMasters/slideMaster1.xml" Id="Re646820bf0a840ab" /><Relationship Type="http://schemas.openxmlformats.org/officeDocument/2006/relationships/notesMaster" Target="/ppt/notesMasters/notesMaster1.xml" Id="R275248812ebc4909" /><Relationship Type="http://schemas.openxmlformats.org/officeDocument/2006/relationships/presProps" Target="/ppt/presProps.xml" Id="R0ecdc43c27da4665" /><Relationship Type="http://schemas.openxmlformats.org/officeDocument/2006/relationships/tableStyles" Target="/ppt/tableStyles.xml" Id="R7ddda3e9ae194007" /><Relationship Type="http://schemas.openxmlformats.org/officeDocument/2006/relationships/slide" Target="/ppt/slides/slide1.xml" Id="R4f0bc3fa30e04fd1" /><Relationship Type="http://schemas.openxmlformats.org/officeDocument/2006/relationships/slide" Target="/ppt/slides/slide2.xml" Id="R5276c00c508e488e" /><Relationship Type="http://schemas.openxmlformats.org/officeDocument/2006/relationships/slide" Target="/ppt/slides/slide3.xml" Id="Rfac31e77ad9a4486" /><Relationship Type="http://schemas.openxmlformats.org/officeDocument/2006/relationships/slide" Target="/ppt/slides/slide4.xml" Id="R328a73524613426a" /><Relationship Type="http://schemas.openxmlformats.org/officeDocument/2006/relationships/slide" Target="/ppt/slides/slide5.xml" Id="R4f6bbe99d3fe4777" /><Relationship Type="http://schemas.openxmlformats.org/officeDocument/2006/relationships/slide" Target="/ppt/slides/slide6.xml" Id="Redc970a3e39e47d0" /><Relationship Type="http://schemas.openxmlformats.org/officeDocument/2006/relationships/slide" Target="/ppt/slides/slide7.xml" Id="R696db4566b9d40ba" /><Relationship Type="http://schemas.openxmlformats.org/officeDocument/2006/relationships/slide" Target="/ppt/slides/slide8.xml" Id="R36429125ba954801" /><Relationship Type="http://schemas.openxmlformats.org/officeDocument/2006/relationships/slide" Target="/ppt/slides/slide9.xml" Id="R5c6e12a58e374de1" /><Relationship Type="http://schemas.openxmlformats.org/officeDocument/2006/relationships/slide" Target="/ppt/slides/slide10.xml" Id="R00611be1d8b1468e" /><Relationship Type="http://schemas.openxmlformats.org/officeDocument/2006/relationships/slide" Target="/ppt/slides/slide11.xml" Id="Rbec15d19f8fa4698" /><Relationship Type="http://schemas.openxmlformats.org/officeDocument/2006/relationships/slide" Target="/ppt/slides/slide12.xml" Id="Rb4849b5c2d1e445e" /><Relationship Type="http://schemas.openxmlformats.org/officeDocument/2006/relationships/slide" Target="/ppt/slides/slide13.xml" Id="Rd03143aa56cb4336" /><Relationship Type="http://schemas.openxmlformats.org/officeDocument/2006/relationships/slide" Target="/ppt/slides/slide14.xml" Id="R02862a0de240408a" /><Relationship Type="http://schemas.openxmlformats.org/officeDocument/2006/relationships/slide" Target="/ppt/slides/slide15.xml" Id="R68e441cb992145e0" /><Relationship Type="http://schemas.openxmlformats.org/officeDocument/2006/relationships/slide" Target="/ppt/slides/slide16.xml" Id="R31187a3aeb97431f" /><Relationship Type="http://schemas.openxmlformats.org/officeDocument/2006/relationships/slide" Target="/ppt/slides/slide17.xml" Id="R92bcea8d6a024df8" /><Relationship Type="http://schemas.openxmlformats.org/officeDocument/2006/relationships/slide" Target="/ppt/slides/slide18.xml" Id="Ra049bef612054448" /><Relationship Type="http://schemas.openxmlformats.org/officeDocument/2006/relationships/slide" Target="/ppt/slides/slide19.xml" Id="Rb22ac8998a5f4b15" /><Relationship Type="http://schemas.openxmlformats.org/officeDocument/2006/relationships/slide" Target="/ppt/slides/slide20.xml" Id="R8ff6e8f8d77044b9" /><Relationship Type="http://schemas.openxmlformats.org/officeDocument/2006/relationships/slide" Target="/ppt/slides/slide21.xml" Id="R0d9c23a021364cfc" /><Relationship Type="http://schemas.openxmlformats.org/officeDocument/2006/relationships/slide" Target="/ppt/slides/slide22.xml" Id="R67bb898f01a247be" /><Relationship Type="http://schemas.openxmlformats.org/officeDocument/2006/relationships/slide" Target="/ppt/slides/slide23.xml" Id="Rf656da5c99474916" /><Relationship Type="http://schemas.openxmlformats.org/officeDocument/2006/relationships/slide" Target="/ppt/slides/slide24.xml" Id="Rfa1f4434fc46448d" /><Relationship Type="http://schemas.openxmlformats.org/officeDocument/2006/relationships/slide" Target="/ppt/slides/slide25.xml" Id="Rccde1ed49a9749dc" /><Relationship Type="http://schemas.openxmlformats.org/officeDocument/2006/relationships/slide" Target="/ppt/slides/slide26.xml" Id="Rd32bfd4f4ce040df" /><Relationship Type="http://schemas.openxmlformats.org/officeDocument/2006/relationships/slide" Target="/ppt/slides/slide27.xml" Id="R8377163f00de4fe8" /><Relationship Type="http://schemas.openxmlformats.org/officeDocument/2006/relationships/slide" Target="/ppt/slides/slide28.xml" Id="R672bdc5684b9496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8dbd8e31b014e0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53255d91cfc41e8" /><Relationship Type="http://schemas.openxmlformats.org/officeDocument/2006/relationships/notesMaster" Target="/ppt/notesMasters/notesMaster1.xml" Id="R68defd307b2b4894" /></Relationships>
</file>

<file path=ppt/notesSlides/_rels/notesSlide2.xml.rels>&#65279;<?xml version="1.0" encoding="utf-8"?><Relationships xmlns="http://schemas.openxmlformats.org/package/2006/relationships"><Relationship Type="http://schemas.openxmlformats.org/officeDocument/2006/relationships/slide" Target="/ppt/slides/slide2.xml" Id="R6421123061e24ead" /><Relationship Type="http://schemas.openxmlformats.org/officeDocument/2006/relationships/notesMaster" Target="/ppt/notesMasters/notesMaster1.xml" Id="Rcf7df041b4484e9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f55e20fa6c44718" /><Relationship Type="http://schemas.openxmlformats.org/officeDocument/2006/relationships/notesMaster" Target="/ppt/notesMasters/notesMaster1.xml" Id="R96156e6bf1be41a6" /></Relationships>
</file>

<file path=ppt/notesSlides/_rels/notesSlide4.xml.rels>&#65279;<?xml version="1.0" encoding="utf-8"?><Relationships xmlns="http://schemas.openxmlformats.org/package/2006/relationships"><Relationship Type="http://schemas.openxmlformats.org/officeDocument/2006/relationships/slide" Target="/ppt/slides/slide4.xml" Id="R2e19b45654a2440a" /><Relationship Type="http://schemas.openxmlformats.org/officeDocument/2006/relationships/notesMaster" Target="/ppt/notesMasters/notesMaster1.xml" Id="R16b4873d287c4e08" /></Relationships>
</file>

<file path=ppt/notesSlides/_rels/notesSlide5.xml.rels>&#65279;<?xml version="1.0" encoding="utf-8"?><Relationships xmlns="http://schemas.openxmlformats.org/package/2006/relationships"><Relationship Type="http://schemas.openxmlformats.org/officeDocument/2006/relationships/slide" Target="/ppt/slides/slide5.xml" Id="R6e46d554acc64e4e" /><Relationship Type="http://schemas.openxmlformats.org/officeDocument/2006/relationships/notesMaster" Target="/ppt/notesMasters/notesMaster1.xml" Id="Rc708252cdf7c42b9" /></Relationships>
</file>

<file path=ppt/notesSlides/_rels/notesSlide6.xml.rels>&#65279;<?xml version="1.0" encoding="utf-8"?><Relationships xmlns="http://schemas.openxmlformats.org/package/2006/relationships"><Relationship Type="http://schemas.openxmlformats.org/officeDocument/2006/relationships/slide" Target="/ppt/slides/slide6.xml" Id="Rc0dc6fc8f7864b41" /><Relationship Type="http://schemas.openxmlformats.org/officeDocument/2006/relationships/notesMaster" Target="/ppt/notesMasters/notesMaster1.xml" Id="R0e0ed4332b1c4ada" /></Relationships>
</file>

<file path=ppt/notesSlides/_rels/notesSlide7.xml.rels>&#65279;<?xml version="1.0" encoding="utf-8"?><Relationships xmlns="http://schemas.openxmlformats.org/package/2006/relationships"><Relationship Type="http://schemas.openxmlformats.org/officeDocument/2006/relationships/slide" Target="/ppt/slides/slide7.xml" Id="R306b367138594989" /><Relationship Type="http://schemas.openxmlformats.org/officeDocument/2006/relationships/notesMaster" Target="/ppt/notesMasters/notesMaster1.xml" Id="Rb2bff96077c4415a" /></Relationships>
</file>

<file path=ppt/notesSlides/_rels/notesSlide8.xml.rels>&#65279;<?xml version="1.0" encoding="utf-8"?><Relationships xmlns="http://schemas.openxmlformats.org/package/2006/relationships"><Relationship Type="http://schemas.openxmlformats.org/officeDocument/2006/relationships/slide" Target="/ppt/slides/slide8.xml" Id="R5955632e8d1a4a9a" /><Relationship Type="http://schemas.openxmlformats.org/officeDocument/2006/relationships/notesMaster" Target="/ppt/notesMasters/notesMaster1.xml" Id="R86b22754e266475d" /></Relationships>
</file>

<file path=ppt/notesSlides/_rels/notesSlide9.xml.rels>&#65279;<?xml version="1.0" encoding="utf-8"?><Relationships xmlns="http://schemas.openxmlformats.org/package/2006/relationships"><Relationship Type="http://schemas.openxmlformats.org/officeDocument/2006/relationships/slide" Target="/ppt/slides/slide9.xml" Id="R8d8f279ca8f245dc" /><Relationship Type="http://schemas.openxmlformats.org/officeDocument/2006/relationships/notesMaster" Target="/ppt/notesMasters/notesMaster1.xml" Id="R788e2006b81341c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d0f79ead977496b" /><Relationship Type="http://schemas.openxmlformats.org/officeDocument/2006/relationships/notesMaster" Target="/ppt/notesMasters/notesMaster1.xml" Id="R64c8ba81c3e8406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2bdeb7935a14acb" /><Relationship Type="http://schemas.openxmlformats.org/officeDocument/2006/relationships/notesMaster" Target="/ppt/notesMasters/notesMaster1.xml" Id="R14b5516ca90c45b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a61213e37604e95" /><Relationship Type="http://schemas.openxmlformats.org/officeDocument/2006/relationships/notesMaster" Target="/ppt/notesMasters/notesMaster1.xml" Id="R32493b0e2a42432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446d8b8228f4d59" /><Relationship Type="http://schemas.openxmlformats.org/officeDocument/2006/relationships/notesMaster" Target="/ppt/notesMasters/notesMaster1.xml" Id="Rfcedd685b71d433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a7fecd6f5f94746" /><Relationship Type="http://schemas.openxmlformats.org/officeDocument/2006/relationships/notesMaster" Target="/ppt/notesMasters/notesMaster1.xml" Id="R78041ed0b875487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20654abe1cd4296" /><Relationship Type="http://schemas.openxmlformats.org/officeDocument/2006/relationships/notesMaster" Target="/ppt/notesMasters/notesMaster1.xml" Id="R265dbcf1a84c49b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e11a9ee2ded4710" /><Relationship Type="http://schemas.openxmlformats.org/officeDocument/2006/relationships/notesMaster" Target="/ppt/notesMasters/notesMaster1.xml" Id="R3cdfcc2d4c75422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68d44d393dd4040" /><Relationship Type="http://schemas.openxmlformats.org/officeDocument/2006/relationships/notesMaster" Target="/ppt/notesMasters/notesMaster1.xml" Id="R73b475aaca6d435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7883af4682d4f87" /><Relationship Type="http://schemas.openxmlformats.org/officeDocument/2006/relationships/notesMaster" Target="/ppt/notesMasters/notesMaster1.xml" Id="R299ad7e25173491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61a523365944c74" /><Relationship Type="http://schemas.openxmlformats.org/officeDocument/2006/relationships/notesMaster" Target="/ppt/notesMasters/notesMaster1.xml" Id="R4a5f72ab7ca94d8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2298f9eff4e4c27" /><Relationship Type="http://schemas.openxmlformats.org/officeDocument/2006/relationships/notesMaster" Target="/ppt/notesMasters/notesMaster1.xml" Id="R1cf7ee28c18d4b7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30757bb06dc4eff" /><Relationship Type="http://schemas.openxmlformats.org/officeDocument/2006/relationships/notesMaster" Target="/ppt/notesMasters/notesMaster1.xml" Id="R38189362ca5e437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6a2f81b11aa4826" /><Relationship Type="http://schemas.openxmlformats.org/officeDocument/2006/relationships/notesMaster" Target="/ppt/notesMasters/notesMaster1.xml" Id="R37f67dbe89154ec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71275c394974a96" /><Relationship Type="http://schemas.openxmlformats.org/officeDocument/2006/relationships/notesMaster" Target="/ppt/notesMasters/notesMaster1.xml" Id="R55a025484f474a1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cdb37e4cc054425" /><Relationship Type="http://schemas.openxmlformats.org/officeDocument/2006/relationships/notesMaster" Target="/ppt/notesMasters/notesMaster1.xml" Id="R8a4d2ca34e6f47b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aac279e299f49f4" /><Relationship Type="http://schemas.openxmlformats.org/officeDocument/2006/relationships/notesMaster" Target="/ppt/notesMasters/notesMaster1.xml" Id="Raf0b6f29d9174ff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8c8027e98d3427f" /><Relationship Type="http://schemas.openxmlformats.org/officeDocument/2006/relationships/notesMaster" Target="/ppt/notesMasters/notesMaster1.xml" Id="Rba5e043314b944c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510a3dd9dff4314" /><Relationship Type="http://schemas.openxmlformats.org/officeDocument/2006/relationships/notesMaster" Target="/ppt/notesMasters/notesMaster1.xml" Id="Rc4e49a9e43cd4fa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0a18849430c472b" /><Relationship Type="http://schemas.openxmlformats.org/officeDocument/2006/relationships/notesMaster" Target="/ppt/notesMasters/notesMaster1.xml" Id="R2d0fc49b50df466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목적: 사용자의 복습 및 내일 MCP 연결 후 새 세션 재개. 이 문서는 작업 기록 기반이며 실제 소스 저장소의 스냅샷이 아니다. 코드 발췌는 구조 설명용이며 전체 파일 대체용이 아니다. 설정값과 실제 적용 상태는 다음 세션에서 대조한다.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MechaFrameLink 작업 복습 및 다음 세션 인계.</a:t>
            </a:r>
          </a:p>
          <a:p xmlns:a="http://schemas.openxmlformats.org/drawingml/2006/main">
            <a:r>
              <a:t>기록일: 2026-09-17.</a:t>
            </a:r>
          </a:p>
          <a:p xmlns:a="http://schemas.openxmlformats.org/drawingml/2006/main">
            <a:r>
              <a:t>근거: 제공된 대화의 작업 기록. 실제 프로젝트 파일과 에셋은 MCP 연결 후 대조해야 함.</a:t>
            </a:r>
          </a:p>
          <a:p xmlns:a="http://schemas.openxmlformats.org/drawingml/2006/main">
            <a:r>
              <a:t>사용자 확인 발언: “빌드까진 됬다”, “잘된다”, “클릭로그잘찍힘”. 마지막 로비/뒤로가기 왕복은 명시적 실행 확인이 없으므로 완료로 단정하지 않는다. 엔진 세부 버전과 현재 소스 상태는 미확인.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MechaFrameLink 작업 복습 및 다음 세션 인계.</a:t>
            </a:r>
          </a:p>
          <a:p xmlns:a="http://schemas.openxmlformats.org/drawingml/2006/main">
            <a:r>
              <a:t>기록일: 2026-09-17.</a:t>
            </a:r>
          </a:p>
          <a:p xmlns:a="http://schemas.openxmlformats.org/drawingml/2006/main">
            <a:r>
              <a:t>근거: 제공된 대화의 작업 기록. 실제 프로젝트 파일과 에셋은 MCP 연결 후 대조해야 함.</a:t>
            </a:r>
          </a:p>
          <a:p xmlns:a="http://schemas.openxmlformats.org/drawingml/2006/main">
            <a:r>
              <a:t>초기의 ULocalPlayerSubsystem 제안은 최종 기준이 아님. 사용자는 클라이언트 전역 UI 관리와 로딩/레벨전환 확장에 관심. 화면분할 없는 현재 범위를 전제로 단일 Root 등록 구조를 사용한다.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MechaFrameLink 작업 복습 및 다음 세션 인계.</a:t>
            </a:r>
          </a:p>
          <a:p xmlns:a="http://schemas.openxmlformats.org/drawingml/2006/main">
            <a:r>
              <a:t>기록일: 2026-09-17.</a:t>
            </a:r>
          </a:p>
          <a:p xmlns:a="http://schemas.openxmlformats.org/drawingml/2006/main">
            <a:r>
              <a:t>근거: 제공된 대화의 작업 기록. 실제 프로젝트 파일과 에셋은 MCP 연결 후 대조해야 함.</a:t>
            </a:r>
          </a:p>
          <a:p xmlns:a="http://schemas.openxmlformats.org/drawingml/2006/main">
            <a:r>
              <a:t>UGameInstanceSubsystem을 상용게임의 유일한 정답으로 일반화하지 않는다. 로컬플레이어 기반 서비스도 타당하다. 미래 로딩 시스템의 렌더링 경로는 미구현. 참고: https://dev.epicgames.com/documentation/en-us/unreal-engine/programming-subsystems-in-unreal-engine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MechaFrameLink 작업 복습 및 다음 세션 인계.</a:t>
            </a:r>
          </a:p>
          <a:p xmlns:a="http://schemas.openxmlformats.org/drawingml/2006/main">
            <a:r>
              <a:t>기록일: 2026-09-17.</a:t>
            </a:r>
          </a:p>
          <a:p xmlns:a="http://schemas.openxmlformats.org/drawingml/2006/main">
            <a:r>
              <a:t>근거: 제공된 대화의 작업 기록. 실제 프로젝트 파일과 에셋은 MCP 연결 후 대조해야 함.</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MechaFrameLink 작업 복습 및 다음 세션 인계.</a:t>
            </a:r>
          </a:p>
          <a:p xmlns:a="http://schemas.openxmlformats.org/drawingml/2006/main">
            <a:r>
              <a:t>기록일: 2026-09-17.</a:t>
            </a:r>
          </a:p>
          <a:p xmlns:a="http://schemas.openxmlformats.org/drawingml/2006/main">
            <a:r>
              <a:t>근거: 제공된 대화의 작업 기록. 실제 프로젝트 파일과 에셋은 MCP 연결 후 대조해야 함.</a:t>
            </a:r>
          </a:p>
          <a:p xmlns:a="http://schemas.openxmlformats.org/drawingml/2006/main">
            <a:r>
              <a:t>정확한 예상 파일:</a:t>
            </a:r>
          </a:p>
          <a:p xmlns:a="http://schemas.openxmlformats.org/drawingml/2006/main">
            <a:r>
              <a:t>Public/Framework/FrontendPlayerController.h</a:t>
            </a:r>
          </a:p>
          <a:p xmlns:a="http://schemas.openxmlformats.org/drawingml/2006/main">
            <a:r>
              <a:t>Private/Framework/FrontendPlayerController.cpp</a:t>
            </a:r>
          </a:p>
          <a:p xmlns:a="http://schemas.openxmlformats.org/drawingml/2006/main">
            <a:r>
              <a:t>Public/UI/Core/FrontendRootWidget.h</a:t>
            </a:r>
          </a:p>
          <a:p xmlns:a="http://schemas.openxmlformats.org/drawingml/2006/main">
            <a:r>
              <a:t>Private/UI/Core/FrontendRootWidget.cpp</a:t>
            </a:r>
          </a:p>
          <a:p xmlns:a="http://schemas.openxmlformats.org/drawingml/2006/main">
            <a:r>
              <a:t>Public/UI/Core/FrontendUISubsystem.h</a:t>
            </a:r>
          </a:p>
          <a:p xmlns:a="http://schemas.openxmlformats.org/drawingml/2006/main">
            <a:r>
              <a:t>Private/UI/Core/FrontendUISubsystem.cpp</a:t>
            </a:r>
          </a:p>
          <a:p xmlns:a="http://schemas.openxmlformats.org/drawingml/2006/main">
            <a:r>
              <a:t>Public/UI/Core/FrontendActivatableWidget.h</a:t>
            </a:r>
          </a:p>
          <a:p xmlns:a="http://schemas.openxmlformats.org/drawingml/2006/main">
            <a:r>
              <a:t>Private/UI/Core/FrontendActivatableWidget.cpp</a:t>
            </a:r>
          </a:p>
          <a:p xmlns:a="http://schemas.openxmlformats.org/drawingml/2006/main">
            <a:r>
              <a:t>Public/UI/MainMenu/MainMenuScreen.h</a:t>
            </a:r>
          </a:p>
          <a:p xmlns:a="http://schemas.openxmlformats.org/drawingml/2006/main">
            <a:r>
              <a:t>Private/UI/MainMenu/MainMenuScreen.cpp</a:t>
            </a:r>
          </a:p>
          <a:p xmlns:a="http://schemas.openxmlformats.org/drawingml/2006/main">
            <a:r>
              <a:t>실제 위치는 내일 MCP로 대조.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MechaFrameLink 작업 복습 및 다음 세션 인계.</a:t>
            </a:r>
          </a:p>
          <a:p xmlns:a="http://schemas.openxmlformats.org/drawingml/2006/main">
            <a:r>
              <a:t>기록일: 2026-09-17.</a:t>
            </a:r>
          </a:p>
          <a:p xmlns:a="http://schemas.openxmlformats.org/drawingml/2006/main">
            <a:r>
              <a:t>근거: 제공된 대화의 작업 기록. 실제 프로젝트 파일과 에셋은 MCP 연결 후 대조해야 함.</a:t>
            </a:r>
          </a:p>
          <a:p xmlns:a="http://schemas.openxmlformats.org/drawingml/2006/main">
            <a:r>
              <a:t>클래스 생성 시 Public 선택 확인. 잘못 만든 경우 헤더/구현을 목표 폴더로 이동하고 프로젝트 파일을 재생성한다. 삭제 후 재작성은 필수 아님. generated.h는 자신의 파일명과 일치해야 하며 마지막 include여야 한다.</a:t>
            </a:r>
          </a:p>
          <a:p xmlns:a="http://schemas.openxmlformats.org/drawingml/2006/main">
            <a:r>
              <a:t/>
            </a:r>
          </a:p>
          <a:p xmlns:a="http://schemas.openxmlformats.org/drawingml/2006/main">
            <a:r>
              <a:t>설명용 핵심 코드 발췌:</a:t>
            </a:r>
          </a:p>
          <a:p xmlns:a="http://schemas.openxmlformats.org/drawingml/2006/main">
            <a:r>
              <a:t>#include "Framework/FrontendPlayerController.h"</a:t>
            </a:r>
          </a:p>
          <a:p xmlns:a="http://schemas.openxmlformats.org/drawingml/2006/main">
            <a:r>
              <a:t>#include "UI/Core/FrontendRootWidget.h"</a:t>
            </a:r>
          </a:p>
          <a:p xmlns:a="http://schemas.openxmlformats.org/drawingml/2006/main">
            <a:r>
              <a:t>#include "UI/Core/FrontendUISubsystem.h"</a:t>
            </a:r>
          </a:p>
          <a:p xmlns:a="http://schemas.openxmlformats.org/drawingml/2006/main">
            <a:r>
              <a:t/>
            </a:r>
          </a:p>
          <a:p xmlns:a="http://schemas.openxmlformats.org/drawingml/2006/main">
            <a:r>
              <a:t>// FrontendRootWidget.h 내부에서 마지막 include</a:t>
            </a:r>
          </a:p>
          <a:p xmlns:a="http://schemas.openxmlformats.org/drawingml/2006/main">
            <a:r>
              <a:t>#include "FrontendRootWidget.generated.h"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MechaFrameLink 작업 복습 및 다음 세션 인계.</a:t>
            </a:r>
          </a:p>
          <a:p xmlns:a="http://schemas.openxmlformats.org/drawingml/2006/main">
            <a:r>
              <a:t>기록일: 2026-09-17.</a:t>
            </a:r>
          </a:p>
          <a:p xmlns:a="http://schemas.openxmlformats.org/drawingml/2006/main">
            <a:r>
              <a:t>근거: 제공된 대화의 작업 기록. 실제 프로젝트 파일과 에셋은 MCP 연결 후 대조해야 함.</a:t>
            </a:r>
          </a:p>
          <a:p xmlns:a="http://schemas.openxmlformats.org/drawingml/2006/main">
            <a:r>
              <a:t>예상 의존성 스냅샷. 실제 Build.cs와 플러그인 활성 상태를 확인할 것. 경로 오류를 숨기기 위한 PrivateIncludePaths.Add(ModuleDirectory)는 최종 폴더 구조의 대안으로 사용하지 않는다.</a:t>
            </a:r>
          </a:p>
          <a:p xmlns:a="http://schemas.openxmlformats.org/drawingml/2006/main">
            <a:r>
              <a:t/>
            </a:r>
          </a:p>
          <a:p xmlns:a="http://schemas.openxmlformats.org/drawingml/2006/main">
            <a:r>
              <a:t>설명용 핵심 코드 발췌:</a:t>
            </a:r>
          </a:p>
          <a:p xmlns:a="http://schemas.openxmlformats.org/drawingml/2006/main">
            <a:r>
              <a:t>PublicDependencyModuleNames.AddRange(new string[]</a:t>
            </a:r>
          </a:p>
          <a:p xmlns:a="http://schemas.openxmlformats.org/drawingml/2006/main">
            <a:r>
              <a:t>{</a:t>
            </a:r>
          </a:p>
          <a:p xmlns:a="http://schemas.openxmlformats.org/drawingml/2006/main">
            <a:r>
              <a:t>    "Core", "CoreUObject", "Engine", "InputCore",</a:t>
            </a:r>
          </a:p>
          <a:p xmlns:a="http://schemas.openxmlformats.org/drawingml/2006/main">
            <a:r>
              <a:t>    "EnhancedInput", "UMG", "CommonUI", "ModelViewViewModel"</a:t>
            </a:r>
          </a:p>
          <a:p xmlns:a="http://schemas.openxmlformats.org/drawingml/2006/main">
            <a:r>
              <a:t>});</a:t>
            </a:r>
          </a:p>
          <a:p xmlns:a="http://schemas.openxmlformats.org/drawingml/2006/main">
            <a:r>
              <a:t/>
            </a:r>
          </a:p>
          <a:p xmlns:a="http://schemas.openxmlformats.org/drawingml/2006/main">
            <a:r>
              <a:t>PrivateDependencyModuleNames.AddRange(new string[]</a:t>
            </a:r>
          </a:p>
          <a:p xmlns:a="http://schemas.openxmlformats.org/drawingml/2006/main">
            <a:r>
              <a:t>{ "Slate", "SlateCore"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MechaFrameLink 작업 복습 및 다음 세션 인계.</a:t>
            </a:r>
          </a:p>
          <a:p xmlns:a="http://schemas.openxmlformats.org/drawingml/2006/main">
            <a:r>
              <a:t>기록일: 2026-09-17.</a:t>
            </a:r>
          </a:p>
          <a:p xmlns:a="http://schemas.openxmlformats.org/drawingml/2006/main">
            <a:r>
              <a:t>근거: 제공된 대화의 작업 기록. 실제 프로젝트 파일과 에셋은 MCP 연결 후 대조해야 함.</a:t>
            </a:r>
          </a:p>
          <a:p xmlns:a="http://schemas.openxmlformats.org/drawingml/2006/main">
            <a:r>
              <a:t>폴더와 명칭은 인계 기준이다. 현재 에셋의 실재 여부와 저장 여부는 에디터 또는 MCP 조회로 확인한다.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MechaFrameLink 작업 복습 및 다음 세션 인계.</a:t>
            </a:r>
          </a:p>
          <a:p xmlns:a="http://schemas.openxmlformats.org/drawingml/2006/main">
            <a:r>
              <a:t>기록일: 2026-09-17.</a:t>
            </a:r>
          </a:p>
          <a:p xmlns:a="http://schemas.openxmlformats.org/drawingml/2006/main">
            <a:r>
              <a:t>근거: 제공된 대화의 작업 기록. 실제 프로젝트 파일과 에셋은 MCP 연결 후 대조해야 함.</a:t>
            </a:r>
          </a:p>
          <a:p xmlns:a="http://schemas.openxmlformats.org/drawingml/2006/main">
            <a:r>
              <a:t>BP_FrontendPlayerController의 부모는 AFrontendPlayerController. CommonUI 입력을 위한 Viewport 설정 참고: https://dev.epicgames.com/documentation/en-us/unreal-engine/commonui-input-technical-guide-for-unreal-engine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MechaFrameLink 작업 복습 및 다음 세션 인계.</a:t>
            </a:r>
          </a:p>
          <a:p xmlns:a="http://schemas.openxmlformats.org/drawingml/2006/main">
            <a:r>
              <a:t>기록일: 2026-09-17.</a:t>
            </a:r>
          </a:p>
          <a:p xmlns:a="http://schemas.openxmlformats.org/drawingml/2006/main">
            <a:r>
              <a:t>근거: 제공된 대화의 작업 기록. 실제 프로젝트 파일과 에셋은 MCP 연결 후 대조해야 함.</a:t>
            </a:r>
          </a:p>
          <a:p xmlns:a="http://schemas.openxmlformats.org/drawingml/2006/main">
            <a:r>
              <a:t>Root를 화면에 한 번 붙이고 하위 화면은 스택을 통해 표시한다. 화면마다 독립 AddToViewport 호출을 섞지 않는다. 정확한 이름/타입 일치가 BindWidget의 핵심.</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MechaFrameLink 작업 복습 및 다음 세션 인계.</a:t>
            </a:r>
          </a:p>
          <a:p xmlns:a="http://schemas.openxmlformats.org/drawingml/2006/main">
            <a:r>
              <a:t>기록일: 2026-09-17.</a:t>
            </a:r>
          </a:p>
          <a:p xmlns:a="http://schemas.openxmlformats.org/drawingml/2006/main">
            <a:r>
              <a:t>근거: 제공된 대화의 작업 기록. 실제 프로젝트 파일과 에셋은 MCP 연결 후 대조해야 함.</a:t>
            </a:r>
          </a:p>
          <a:p xmlns:a="http://schemas.openxmlformats.org/drawingml/2006/main">
            <a:r>
              <a:t>스타일 기준: Normal #303846, Hover #465C78, Press #223047. Single Material 사용 안 함, Rounded Box. 최소 크기는 강제 고정 크기와 다르다. 개별 버튼 Triggering Input Action은 빈 상태로 두는 흐름이었다. 클릭/호버 사용자 확인 완료.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MechaFrameLink 작업 복습 및 다음 세션 인계.</a:t>
            </a:r>
          </a:p>
          <a:p xmlns:a="http://schemas.openxmlformats.org/drawingml/2006/main">
            <a:r>
              <a:t>기록일: 2026-09-17.</a:t>
            </a:r>
          </a:p>
          <a:p xmlns:a="http://schemas.openxmlformats.org/drawingml/2006/main">
            <a:r>
              <a:t>근거: 제공된 대화의 작업 기록. 실제 프로젝트 파일과 에셋은 MCP 연결 후 대조해야 함.</a:t>
            </a:r>
          </a:p>
          <a:p xmlns:a="http://schemas.openxmlformats.org/drawingml/2006/main">
            <a:r>
              <a:t>행 이름 Confirm과 Back, 표시명 확인과 뒤로가기. Gamepad FaceButtonBottom / FaceButtonRight. 패드 아이콘 자산과 플랫폼별 데이터는 아직 확장하지 않음. Confirm 행을 만들었다고 모든 키 입력이 자동 검증된 것은 아니다. 참고: https://dev.epicgames.com/documentation/en-us/unreal-engine/commonui-input-technical-guide-for-unreal-engine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MechaFrameLink 작업 복습 및 다음 세션 인계.</a:t>
            </a:r>
          </a:p>
          <a:p xmlns:a="http://schemas.openxmlformats.org/drawingml/2006/main">
            <a:r>
              <a:t>기록일: 2026-09-17.</a:t>
            </a:r>
          </a:p>
          <a:p xmlns:a="http://schemas.openxmlformats.org/drawingml/2006/main">
            <a:r>
              <a:t>근거: 제공된 대화의 작업 기록. 실제 프로젝트 파일과 에셋은 MCP 연결 후 대조해야 함.</a:t>
            </a:r>
          </a:p>
          <a:p xmlns:a="http://schemas.openxmlformats.org/drawingml/2006/main">
            <a:r>
              <a:t>UI는 GetGameInstance()-&gt;GetSubsystem&lt;UFrontendUISubsystem&gt;()로 얻는다. 강한 참조: UPROPERTY(Transient) TObjectPtr&lt;UFrontendRootWidget&gt; FrontendRootWidget. 클래스 설정: UPROPERTY(EditDefaultsOnly, Category="UI") TSubclassOf&lt;UFrontendRootWidget&gt; FrontendRootWidgetClass. 전체 가드가 생략된 설명용 발췌다. 등록을 먼저 한다고 모든 자식의 초기화가 완료됐다는 뜻은 아니다.</a:t>
            </a:r>
          </a:p>
          <a:p xmlns:a="http://schemas.openxmlformats.org/drawingml/2006/main">
            <a:r>
              <a:t/>
            </a:r>
          </a:p>
          <a:p xmlns:a="http://schemas.openxmlformats.org/drawingml/2006/main">
            <a:r>
              <a:t>설명용 핵심 코드 발췌:</a:t>
            </a:r>
          </a:p>
          <a:p xmlns:a="http://schemas.openxmlformats.org/drawingml/2006/main">
            <a:r>
              <a:t>Super::BeginPlay();</a:t>
            </a:r>
          </a:p>
          <a:p xmlns:a="http://schemas.openxmlformats.org/drawingml/2006/main">
            <a:r>
              <a:t>if (!IsLocalController()) return;</a:t>
            </a:r>
          </a:p>
          <a:p xmlns:a="http://schemas.openxmlformats.org/drawingml/2006/main">
            <a:r>
              <a:t/>
            </a:r>
          </a:p>
          <a:p xmlns:a="http://schemas.openxmlformats.org/drawingml/2006/main">
            <a:r>
              <a:t>// GameInstance, Subsystem, WidgetClass의 유효성 검사 후</a:t>
            </a:r>
          </a:p>
          <a:p xmlns:a="http://schemas.openxmlformats.org/drawingml/2006/main">
            <a:r>
              <a:t>FrontendRootWidget = CreateWidget&lt;UFrontendRootWidget&gt;(</a:t>
            </a:r>
          </a:p>
          <a:p xmlns:a="http://schemas.openxmlformats.org/drawingml/2006/main">
            <a:r>
              <a:t>    this, FrontendRootWidgetClass);</a:t>
            </a:r>
          </a:p>
          <a:p xmlns:a="http://schemas.openxmlformats.org/drawingml/2006/main">
            <a:r>
              <a:t>UI-&gt;RegisterRoot(FrontendRootWidget.Get());</a:t>
            </a:r>
          </a:p>
          <a:p xmlns:a="http://schemas.openxmlformats.org/drawingml/2006/main">
            <a:r>
              <a:t>FrontendRootWidget-&gt;AddToPlayerScreen();</a:t>
            </a:r>
          </a:p>
          <a:p xmlns:a="http://schemas.openxmlformats.org/drawingml/2006/main">
            <a:r>
              <a:t>bShowMouseCursor = true;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MechaFrameLink 작업 복습 및 다음 세션 인계.</a:t>
            </a:r>
          </a:p>
          <a:p xmlns:a="http://schemas.openxmlformats.org/drawingml/2006/main">
            <a:r>
              <a:t>기록일: 2026-09-17.</a:t>
            </a:r>
          </a:p>
          <a:p xmlns:a="http://schemas.openxmlformats.org/drawingml/2006/main">
            <a:r>
              <a:t>근거: 제공된 대화의 작업 기록. 실제 프로젝트 파일과 에셋은 MCP 연결 후 대조해야 함.</a:t>
            </a:r>
          </a:p>
          <a:p xmlns:a="http://schemas.openxmlformats.org/drawingml/2006/main">
            <a:r>
              <a:t>시작은 부모 먼저, 종료는 부모 나중이라는 패턴은 흔하지만 모든 함수의 절대 규칙은 아니다. RemoveFromParent와 포인터 해제는 즉시 delete를 의미하지 않는다. 실제 코드에서는 GameInstance와 Subsystem의 null 검사를 유지한다.</a:t>
            </a:r>
          </a:p>
          <a:p xmlns:a="http://schemas.openxmlformats.org/drawingml/2006/main">
            <a:r>
              <a:t/>
            </a:r>
          </a:p>
          <a:p xmlns:a="http://schemas.openxmlformats.org/drawingml/2006/main">
            <a:r>
              <a:t>설명용 핵심 코드 발췌:</a:t>
            </a:r>
          </a:p>
          <a:p xmlns:a="http://schemas.openxmlformats.org/drawingml/2006/main">
            <a:r>
              <a:t>// GameInstance와 Subsystem이 유효하면</a:t>
            </a:r>
          </a:p>
          <a:p xmlns:a="http://schemas.openxmlformats.org/drawingml/2006/main">
            <a:r>
              <a:t>UI-&gt;UnregisterRoot(FrontendRootWidget.Get());</a:t>
            </a:r>
          </a:p>
          <a:p xmlns:a="http://schemas.openxmlformats.org/drawingml/2006/main">
            <a:r>
              <a:t/>
            </a:r>
          </a:p>
          <a:p xmlns:a="http://schemas.openxmlformats.org/drawingml/2006/main">
            <a:r>
              <a:t>if (FrontendRootWidget)</a:t>
            </a:r>
          </a:p>
          <a:p xmlns:a="http://schemas.openxmlformats.org/drawingml/2006/main">
            <a:r>
              <a:t>{</a:t>
            </a:r>
          </a:p>
          <a:p xmlns:a="http://schemas.openxmlformats.org/drawingml/2006/main">
            <a:r>
              <a:t>    FrontendRootWidget-&gt;RemoveFromParent();</a:t>
            </a:r>
          </a:p>
          <a:p xmlns:a="http://schemas.openxmlformats.org/drawingml/2006/main">
            <a:r>
              <a:t>    FrontendRootWidget = nullptr;</a:t>
            </a:r>
          </a:p>
          <a:p xmlns:a="http://schemas.openxmlformats.org/drawingml/2006/main">
            <a:r>
              <a:t>}</a:t>
            </a:r>
          </a:p>
          <a:p xmlns:a="http://schemas.openxmlformats.org/drawingml/2006/main">
            <a:r>
              <a:t>Super::EndPlay(EndPlayReason);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MechaFrameLink 작업 복습 및 다음 세션 인계.</a:t>
            </a:r>
          </a:p>
          <a:p xmlns:a="http://schemas.openxmlformats.org/drawingml/2006/main">
            <a:r>
              <a:t>기록일: 2026-09-17.</a:t>
            </a:r>
          </a:p>
          <a:p xmlns:a="http://schemas.openxmlformats.org/drawingml/2006/main">
            <a:r>
              <a:t>근거: 제공된 대화의 작업 기록. 실제 프로젝트 파일과 에셋은 MCP 연결 후 대조해야 함.</a:t>
            </a:r>
          </a:p>
          <a:p xmlns:a="http://schemas.openxmlformats.org/drawingml/2006/main">
            <a:r>
              <a:t>RegisterRoot: if (!ensureMsgf(IsValid(InRoot), ...)) return; RootWidget = InRoot;</a:t>
            </a:r>
          </a:p>
          <a:p xmlns:a="http://schemas.openxmlformats.org/drawingml/2006/main">
            <a:r>
              <a:t>PushMainScreen: RootWidget.Get()으로 얻은 포인터 확인 후 Root-&gt;PushMainScreen(ScreenClass) 호출. Subsystem이 Root의 강한 소유자가 아니다. 현재 구현에는 Root 미등록 요청을 보관하는 큐가 없다. 참고: https://dev.epicgames.com/documentation/en-us/unreal-engine/programming-subsystems-in-unreal-engine</a:t>
            </a:r>
          </a:p>
          <a:p xmlns:a="http://schemas.openxmlformats.org/drawingml/2006/main">
            <a:r>
              <a:t/>
            </a:r>
          </a:p>
          <a:p xmlns:a="http://schemas.openxmlformats.org/drawingml/2006/main">
            <a:r>
              <a:t>설명용 핵심 코드 발췌:</a:t>
            </a:r>
          </a:p>
          <a:p xmlns:a="http://schemas.openxmlformats.org/drawingml/2006/main">
            <a:r>
              <a:t>UPROPERTY(Transient)</a:t>
            </a:r>
          </a:p>
          <a:p xmlns:a="http://schemas.openxmlformats.org/drawingml/2006/main">
            <a:r>
              <a:t>TWeakObjectPtr&lt;UFrontendRootWidget&gt; RootWidget;</a:t>
            </a:r>
          </a:p>
          <a:p xmlns:a="http://schemas.openxmlformats.org/drawingml/2006/main">
            <a:r>
              <a:t/>
            </a:r>
          </a:p>
          <a:p xmlns:a="http://schemas.openxmlformats.org/drawingml/2006/main">
            <a:r>
              <a:t>void UFrontendUISubsystem::UnregisterRoot(</a:t>
            </a:r>
          </a:p>
          <a:p xmlns:a="http://schemas.openxmlformats.org/drawingml/2006/main">
            <a:r>
              <a:t>    UFrontendRootWidget* InRoot)</a:t>
            </a:r>
          </a:p>
          <a:p xmlns:a="http://schemas.openxmlformats.org/drawingml/2006/main">
            <a:r>
              <a:t>{</a:t>
            </a:r>
          </a:p>
          <a:p xmlns:a="http://schemas.openxmlformats.org/drawingml/2006/main">
            <a:r>
              <a:t>    if (RootWidget.Get() == InRoot)</a:t>
            </a:r>
          </a:p>
          <a:p xmlns:a="http://schemas.openxmlformats.org/drawingml/2006/main">
            <a:r>
              <a:t>        RootWidget.Reset();</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MechaFrameLink 작업 복습 및 다음 세션 인계.</a:t>
            </a:r>
          </a:p>
          <a:p xmlns:a="http://schemas.openxmlformats.org/drawingml/2006/main">
            <a:r>
              <a:t>기록일: 2026-09-17.</a:t>
            </a:r>
          </a:p>
          <a:p xmlns:a="http://schemas.openxmlformats.org/drawingml/2006/main">
            <a:r>
              <a:t>근거: 제공된 대화의 작업 기록. 실제 프로젝트 파일과 에셋은 MCP 연결 후 대조해야 함.</a:t>
            </a:r>
          </a:p>
          <a:p xmlns:a="http://schemas.openxmlformats.org/drawingml/2006/main">
            <a:r>
              <a:t>헤더의 MainStack: UPROPERTY(BlueprintReadOnly, meta=(BindWidget)) TObjectPtr&lt;UCommonActivatableWidgetStack&gt; MainStack;</a:t>
            </a:r>
          </a:p>
          <a:p xmlns:a="http://schemas.openxmlformats.org/drawingml/2006/main">
            <a:r>
              <a:t>필요 include: CommonActivatableWidget.h, Widgets/CommonActivatableWidgetContainer.h. 반환값은 추가된 화면에 후속 설정이 필요할 때 활용할 수 있다.</a:t>
            </a:r>
          </a:p>
          <a:p xmlns:a="http://schemas.openxmlformats.org/drawingml/2006/main">
            <a:r>
              <a:t/>
            </a:r>
          </a:p>
          <a:p xmlns:a="http://schemas.openxmlformats.org/drawingml/2006/main">
            <a:r>
              <a:t>설명용 핵심 코드 발췌:</a:t>
            </a:r>
          </a:p>
          <a:p xmlns:a="http://schemas.openxmlformats.org/drawingml/2006/main">
            <a:r>
              <a:t>UCommonActivatableWidget*</a:t>
            </a:r>
          </a:p>
          <a:p xmlns:a="http://schemas.openxmlformats.org/drawingml/2006/main">
            <a:r>
              <a:t>UFrontendRootWidget::PushMainScreen(</a:t>
            </a:r>
          </a:p>
          <a:p xmlns:a="http://schemas.openxmlformats.org/drawingml/2006/main">
            <a:r>
              <a:t>    TSubclassOf&lt;UCommonActivatableWidget&gt; ScreenClass)</a:t>
            </a:r>
          </a:p>
          <a:p xmlns:a="http://schemas.openxmlformats.org/drawingml/2006/main">
            <a:r>
              <a:t>{</a:t>
            </a:r>
          </a:p>
          <a:p xmlns:a="http://schemas.openxmlformats.org/drawingml/2006/main">
            <a:r>
              <a:t>    // MainStack과 ScreenClass 유효성 검사</a:t>
            </a:r>
          </a:p>
          <a:p xmlns:a="http://schemas.openxmlformats.org/drawingml/2006/main">
            <a:r>
              <a:t>    return MainStack-&gt;AddWidget&lt;UCommonActivatableWidget&gt;(</a:t>
            </a:r>
          </a:p>
          <a:p xmlns:a="http://schemas.openxmlformats.org/drawingml/2006/main">
            <a:r>
              <a:t>        ScreenClass);</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MechaFrameLink 작업 복습 및 다음 세션 인계.</a:t>
            </a:r>
          </a:p>
          <a:p xmlns:a="http://schemas.openxmlformats.org/drawingml/2006/main">
            <a:r>
              <a:t>기록일: 2026-09-17.</a:t>
            </a:r>
          </a:p>
          <a:p xmlns:a="http://schemas.openxmlformats.org/drawingml/2006/main">
            <a:r>
              <a:t>근거: 제공된 대화의 작업 기록. 실제 프로젝트 파일과 에셋은 MCP 연결 후 대조해야 함.</a:t>
            </a:r>
          </a:p>
          <a:p xmlns:a="http://schemas.openxmlformats.org/drawingml/2006/main">
            <a:r>
              <a:t>부모는 UCommonActivatableWidget. UCLASS(Abstract, Blueprintable). Header: CommonActivatableWidget.h, Input/UIActionBindingHandle.h, 자신의 generated.h. TOptional 미설정은 입력을 꺼버린다는 뜻이 아니라 여기서 정책을 제안하지 않는다는 의미다. 참고: https://dev.epicgames.com/documentation/en-us/unreal-engine/commonui-input-technical-guide-for-unreal-engine</a:t>
            </a:r>
          </a:p>
          <a:p xmlns:a="http://schemas.openxmlformats.org/drawingml/2006/main">
            <a:r>
              <a:t/>
            </a:r>
          </a:p>
          <a:p xmlns:a="http://schemas.openxmlformats.org/drawingml/2006/main">
            <a:r>
              <a:t>설명용 핵심 코드 발췌:</a:t>
            </a:r>
          </a:p>
          <a:p xmlns:a="http://schemas.openxmlformats.org/drawingml/2006/main">
            <a:r>
              <a:t>TOptional&lt;FUIInputConfig&gt;</a:t>
            </a:r>
          </a:p>
          <a:p xmlns:a="http://schemas.openxmlformats.org/drawingml/2006/main">
            <a:r>
              <a:t>UFrontendActivatableWidget::GetDesiredInputConfig() const</a:t>
            </a:r>
          </a:p>
          <a:p xmlns:a="http://schemas.openxmlformats.org/drawingml/2006/main">
            <a:r>
              <a:t>{</a:t>
            </a:r>
          </a:p>
          <a:p xmlns:a="http://schemas.openxmlformats.org/drawingml/2006/main">
            <a:r>
              <a:t>    return FUIInputConfig(</a:t>
            </a:r>
          </a:p>
          <a:p xmlns:a="http://schemas.openxmlformats.org/drawingml/2006/main">
            <a:r>
              <a:t>        ECommonInputMode::Menu,</a:t>
            </a:r>
          </a:p>
          <a:p xmlns:a="http://schemas.openxmlformats.org/drawingml/2006/main">
            <a:r>
              <a:t>        EMouseCaptureMode::NoCapture,</a:t>
            </a:r>
          </a:p>
          <a:p xmlns:a="http://schemas.openxmlformats.org/drawingml/2006/main">
            <a:r>
              <a:t>        false);</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MechaFrameLink 작업 복습 및 다음 세션 인계.</a:t>
            </a:r>
          </a:p>
          <a:p xmlns:a="http://schemas.openxmlformats.org/drawingml/2006/main">
            <a:r>
              <a:t>기록일: 2026-09-17.</a:t>
            </a:r>
          </a:p>
          <a:p xmlns:a="http://schemas.openxmlformats.org/drawingml/2006/main">
            <a:r>
              <a:t>근거: 제공된 대화의 작업 기록. 실제 프로젝트 파일과 에셋은 MCP 연결 후 대조해야 함.</a:t>
            </a:r>
          </a:p>
          <a:p xmlns:a="http://schemas.openxmlformats.org/drawingml/2006/main">
            <a:r>
              <a:t>StartButton은 UPROPERTY(meta=(BindWidget)) TObjectPtr&lt;UCommonButtonBase&gt;. WBP_MainMenu의 부모를 UMainMenuScreen으로 바꾸고 StartButton 이름/타입을 맞춘다. CommonButtonBase의 native OnClicked 델리게이트는 AddUObject를 사용한다. UButton의 dynamic OnClicked와 문법이 다르다. HandleStartClicked에 이 바인딩 때문에 UFUNCTION이 필요한 것은 아니다. 참고: https://dev.epicgames.com/documentation/en-us/unreal-engine/API/Runtime/UMG/UUserWidget/OnInitialized</a:t>
            </a:r>
          </a:p>
          <a:p xmlns:a="http://schemas.openxmlformats.org/drawingml/2006/main">
            <a:r>
              <a:t/>
            </a:r>
          </a:p>
          <a:p xmlns:a="http://schemas.openxmlformats.org/drawingml/2006/main">
            <a:r>
              <a:t>설명용 핵심 코드 발췌:</a:t>
            </a:r>
          </a:p>
          <a:p xmlns:a="http://schemas.openxmlformats.org/drawingml/2006/main">
            <a:r>
              <a:t>Super::NativeOnInitialized();</a:t>
            </a:r>
          </a:p>
          <a:p xmlns:a="http://schemas.openxmlformats.org/drawingml/2006/main">
            <a:r>
              <a:t>// StartButton 유효성 검사 후</a:t>
            </a:r>
          </a:p>
          <a:p xmlns:a="http://schemas.openxmlformats.org/drawingml/2006/main">
            <a:r>
              <a:t>StartButton-&gt;OnClicked().AddUObject(</a:t>
            </a:r>
          </a:p>
          <a:p xmlns:a="http://schemas.openxmlformats.org/drawingml/2006/main">
            <a:r>
              <a:t>    this, &amp;ThisClass::HandleStartClicked);</a:t>
            </a:r>
          </a:p>
          <a:p xmlns:a="http://schemas.openxmlformats.org/drawingml/2006/main">
            <a:r>
              <a:t/>
            </a:r>
          </a:p>
          <a:p xmlns:a="http://schemas.openxmlformats.org/drawingml/2006/main">
            <a:r>
              <a:t>// NativeGetDesiredFocusTarget() const 내부</a:t>
            </a:r>
          </a:p>
          <a:p xmlns:a="http://schemas.openxmlformats.org/drawingml/2006/main">
            <a:r>
              <a:t>return StartButton.Get();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MechaFrameLink 작업 복습 및 다음 세션 인계.</a:t>
            </a:r>
          </a:p>
          <a:p xmlns:a="http://schemas.openxmlformats.org/drawingml/2006/main">
            <a:r>
              <a:t>기록일: 2026-09-17.</a:t>
            </a:r>
          </a:p>
          <a:p xmlns:a="http://schemas.openxmlformats.org/drawingml/2006/main">
            <a:r>
              <a:t>근거: 제공된 대화의 작업 기록. 실제 프로젝트 파일과 에셋은 MCP 연결 후 대조해야 함.</a:t>
            </a:r>
          </a:p>
          <a:p xmlns:a="http://schemas.openxmlformats.org/drawingml/2006/main">
            <a:r>
              <a:t>LobbyScreenClass: UPROPERTY(EditDefaultsOnly, Category="UI") TSubclassOf&lt;UFrontendActivatableWidget&gt;. 클릭 함수는 클래스, GameInstance, Subsystem 유효성 검사 후 PushMainScreen. 이전 버전은 UE_LOG(LogTemp, Log, TEXT("MainMenu: Start clicked."))만 수행했으며 이 로그는 사용자 확인됨. 최종 Push 버전과 BP 속성 적용은 실제 파일을 대조한다.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MechaFrameLink 작업 복습 및 다음 세션 인계.</a:t>
            </a:r>
          </a:p>
          <a:p xmlns:a="http://schemas.openxmlformats.org/drawingml/2006/main">
            <a:r>
              <a:t>기록일: 2026-09-17.</a:t>
            </a:r>
          </a:p>
          <a:p xmlns:a="http://schemas.openxmlformats.org/drawingml/2006/main">
            <a:r>
              <a:t>근거: 제공된 대화의 작업 기록. 실제 프로젝트 파일과 에셋은 MCP 연결 후 대조해야 함.</a:t>
            </a:r>
          </a:p>
          <a:p xmlns:a="http://schemas.openxmlformats.org/drawingml/2006/main">
            <a:r>
              <a:t>WBP_Lobby는 MainMenuScreen의 자식으로 만들지 않는다. Auto Activate는 끄는 설정 흐름이었다. Back 기본 처리와 스택 연계가 작동하는지 실제 활성화 상태에서 확인. Escape가 PIE 종료에 소비되면 에디터 Stop 단축키 충돌을 먼저 확인한다. 뒤로가기 버튼 자체를 만들었다는 기록은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MechaFrameLink 작업 복습 및 다음 세션 인계.</a:t>
            </a:r>
          </a:p>
          <a:p xmlns:a="http://schemas.openxmlformats.org/drawingml/2006/main">
            <a:r>
              <a:t>기록일: 2026-09-17.</a:t>
            </a:r>
          </a:p>
          <a:p xmlns:a="http://schemas.openxmlformats.org/drawingml/2006/main">
            <a:r>
              <a:t>근거: 제공된 대화의 작업 기록. 실제 프로젝트 파일과 에셋은 MCP 연결 후 대조해야 함.</a:t>
            </a:r>
          </a:p>
          <a:p xmlns:a="http://schemas.openxmlformats.org/drawingml/2006/main">
            <a:r>
              <a:t>OnInitialized에서 연결하고 Deactivated에서 끊기만 하면 다음 활성화 때 콜백이 사라질 수 있다. 표시마다 갱신할 데이터는 별도 함수나 활성화 훅에 배치한다. 참고: https://dev.epicgames.com/documentation/en-us/unreal-engine/API/Runtime/UMG/UUserWidget/OnInitialized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MechaFrameLink 작업 복습 및 다음 세션 인계.</a:t>
            </a:r>
          </a:p>
          <a:p xmlns:a="http://schemas.openxmlformats.org/drawingml/2006/main">
            <a:r>
              <a:t>기록일: 2026-09-17.</a:t>
            </a:r>
          </a:p>
          <a:p xmlns:a="http://schemas.openxmlformats.org/drawingml/2006/main">
            <a:r>
              <a:t>근거: 제공된 대화의 작업 기록. 실제 프로젝트 파일과 에셋은 MCP 연결 후 대조해야 함.</a:t>
            </a:r>
          </a:p>
          <a:p xmlns:a="http://schemas.openxmlformats.org/drawingml/2006/main">
            <a:r>
              <a:t>예: Super::SynchronizeProperties(); 이후 if (LabelTextBlock) LabelTextBlock-&gt;SetText(LabelText); 부모 호출은 사용자 정의 LabelText와 LabelTextBlock의 매핑을 자동 생성하지 않으므로 후속 SetText가 필요하다. 엔진 생성 후와 에디터 변경 반영 시 호출될 수 있으나 모든 런타임 변수 쓰기를 감시하는 기능으로 이해하면 안 된다. 참고: https://dev.epicgames.com/documentation/en-us/unreal-engine/API/Runtime/UMG/UWidget/SynchronizeProperties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MechaFrameLink 작업 복습 및 다음 세션 인계.</a:t>
            </a:r>
          </a:p>
          <a:p xmlns:a="http://schemas.openxmlformats.org/drawingml/2006/main">
            <a:r>
              <a:t>기록일: 2026-09-17.</a:t>
            </a:r>
          </a:p>
          <a:p xmlns:a="http://schemas.openxmlformats.org/drawingml/2006/main">
            <a:r>
              <a:t>근거: 제공된 대화의 작업 기록. 실제 프로젝트 파일과 에셋은 MCP 연결 후 대조해야 함.</a:t>
            </a:r>
          </a:p>
          <a:p xmlns:a="http://schemas.openxmlformats.org/drawingml/2006/main">
            <a:r>
              <a:t>파일 이동 후 프로젝트 파일 재생성, 에디터 종료 후 Development Editor / Win64 빌드. Visual Studio 정렬은 Ctrl+K, Ctrl+D. BindWidget 컴파일 오류는 이름/타입/부모/변수 여부부터 대조한다.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MechaFrameLink 작업 복습 및 다음 세션 인계.</a:t>
            </a:r>
          </a:p>
          <a:p xmlns:a="http://schemas.openxmlformats.org/drawingml/2006/main">
            <a:r>
              <a:t>기록일: 2026-09-17.</a:t>
            </a:r>
          </a:p>
          <a:p xmlns:a="http://schemas.openxmlformats.org/drawingml/2006/main">
            <a:r>
              <a:t>근거: 제공된 대화의 작업 기록. 실제 프로젝트 파일과 에셋은 MCP 연결 후 대조해야 함.</a:t>
            </a:r>
          </a:p>
          <a:p xmlns:a="http://schemas.openxmlformats.org/drawingml/2006/main">
            <a:r>
              <a:t>MCP 연결만으로 모든 에디터 작업이 가능하다고 가정하지 않는다. 지원 도구를 먼저 조회한다. 기존 클래스/에셋을 먼저 읽고 중복 생성이나 이름 변경을 피한다. 실제 프로젝트 파일은 이 PPT보다 우선한다.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MechaFrameLink 작업 복습 및 다음 세션 인계.</a:t>
            </a:r>
          </a:p>
          <a:p xmlns:a="http://schemas.openxmlformats.org/drawingml/2006/main">
            <a:r>
              <a:t>기록일: 2026-09-17.</a:t>
            </a:r>
          </a:p>
          <a:p xmlns:a="http://schemas.openxmlformats.org/drawingml/2006/main">
            <a:r>
              <a:t>근거: 제공된 대화의 작업 기록. 실제 프로젝트 파일과 에셋은 MCP 연결 후 대조해야 함.</a:t>
            </a:r>
          </a:p>
          <a:p xmlns:a="http://schemas.openxmlformats.org/drawingml/2006/main">
            <a:r>
              <a:t>MVVM은 플러그인 및 모듈 준비 단계다. ViewModel 클래스, FieldNotify 속성, UI 바인딩, 데이터 공급 서비스는 아직 완성했다고 가정하지 않는다. 로딩·레벨전환은 별도 후속 기능으로 계획한다.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MechaFrameLink 작업 복습 및 다음 세션 인계.</a:t>
            </a:r>
          </a:p>
          <a:p xmlns:a="http://schemas.openxmlformats.org/drawingml/2006/main">
            <a:r>
              <a:t>기록일: 2026-09-17.</a:t>
            </a:r>
          </a:p>
          <a:p xmlns:a="http://schemas.openxmlformats.org/drawingml/2006/main">
            <a:r>
              <a:t>근거: 제공된 대화의 작업 기록. 실제 프로젝트 파일과 에셋은 MCP 연결 후 대조해야 함.</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인계 우선순위: 실제 프로젝트 파일과 실행 결과 &gt; 이 대화 기반 요약. 사용자는 Unity 경험이 있으며 Unreal/C++ UI를 단계적으로 배우는 중. 정석적인 구조와 한국어 설명을 선호하고, 단순화는 별도로 요청할 때 한다. 기존 클래스/에셋 이름 변경, ULocalPlayerSubsystem으로의 재전환, MVVM 완료 가정, 로비 왕복 완료 가정을 피한다. 공식 참고 문서:</a:t>
            </a:r>
          </a:p>
          <a:p xmlns:a="http://schemas.openxmlformats.org/drawingml/2006/main">
            <a:r>
              <a:t>https://dev.epicgames.com/documentation/en-us/unreal-engine/commonui-input-technical-guide-for-unreal-engine</a:t>
            </a:r>
          </a:p>
          <a:p xmlns:a="http://schemas.openxmlformats.org/drawingml/2006/main">
            <a:r>
              <a:t>https://dev.epicgames.com/documentation/en-us/unreal-engine/API/Runtime/UMG/UUserWidget/OnInitialized</a:t>
            </a:r>
          </a:p>
          <a:p xmlns:a="http://schemas.openxmlformats.org/drawingml/2006/main">
            <a:r>
              <a:t>https://dev.epicgames.com/documentation/en-us/unreal-engine/API/Runtime/UMG/UWidget/SynchronizeProperties</a:t>
            </a:r>
          </a:p>
          <a:p xmlns:a="http://schemas.openxmlformats.org/drawingml/2006/main">
            <a:r>
              <a:t>https://dev.epicgames.com/documentation/en-us/unreal-engine/programming-subsystems-in-unreal-engine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cff7c3fcf914bc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58273cad444b83" /><Relationship Type="http://schemas.openxmlformats.org/officeDocument/2006/relationships/slideLayout" Target="/ppt/slideLayouts/slideLayout1.xml" Id="R2c7a4dd7511a429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7a4dd7511a429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bb2dc0ee6f04e9c" /><Relationship Type="http://schemas.openxmlformats.org/officeDocument/2006/relationships/notesSlide" Target="/ppt/notesSlides/notesSlide1.xml" Id="R19af04d1e17243a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a0603ba1663418a" /><Relationship Type="http://schemas.openxmlformats.org/officeDocument/2006/relationships/notesSlide" Target="/ppt/notesSlides/notesSlide2.xml" Id="Redda6d5edc9f48f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9232462f6a14bc4" /><Relationship Type="http://schemas.openxmlformats.org/officeDocument/2006/relationships/notesSlide" Target="/ppt/notesSlides/notesSlide3.xml" Id="Rb28f25fad130472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efbff7a4d394dbc" /><Relationship Type="http://schemas.openxmlformats.org/officeDocument/2006/relationships/notesSlide" Target="/ppt/notesSlides/notesSlide4.xml" Id="R8cf7da55ebbf465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c24346ca4074366" /><Relationship Type="http://schemas.openxmlformats.org/officeDocument/2006/relationships/notesSlide" Target="/ppt/notesSlides/notesSlide5.xml" Id="R5368e99d9bce40b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66c91f07c534161" /><Relationship Type="http://schemas.openxmlformats.org/officeDocument/2006/relationships/notesSlide" Target="/ppt/notesSlides/notesSlide6.xml" Id="Ra7c17adb9db147d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b01fb75a5f148f9" /><Relationship Type="http://schemas.openxmlformats.org/officeDocument/2006/relationships/notesSlide" Target="/ppt/notesSlides/notesSlide7.xml" Id="R860bcab8888f4a1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8f1d39a420f44f1" /><Relationship Type="http://schemas.openxmlformats.org/officeDocument/2006/relationships/notesSlide" Target="/ppt/notesSlides/notesSlide8.xml" Id="R2c72592ae933468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96ce06a20204ff1" /><Relationship Type="http://schemas.openxmlformats.org/officeDocument/2006/relationships/notesSlide" Target="/ppt/notesSlides/notesSlide9.xml" Id="R43d9f916c1c44d5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3dc63a24fc44ab2" /><Relationship Type="http://schemas.openxmlformats.org/officeDocument/2006/relationships/notesSlide" Target="/ppt/notesSlides/notesSlide10.xml" Id="R5fad4c13142b4f0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94f4a58544843f3" /><Relationship Type="http://schemas.openxmlformats.org/officeDocument/2006/relationships/notesSlide" Target="/ppt/notesSlides/notesSlide11.xml" Id="Rf72de6379ceb43c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1f4580648c24b32" /><Relationship Type="http://schemas.openxmlformats.org/officeDocument/2006/relationships/notesSlide" Target="/ppt/notesSlides/notesSlide12.xml" Id="R1698e0dd41f7406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d3d50782b464d2a" /><Relationship Type="http://schemas.openxmlformats.org/officeDocument/2006/relationships/notesSlide" Target="/ppt/notesSlides/notesSlide13.xml" Id="R08c96b67159e4b1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f17461425dc462b" /><Relationship Type="http://schemas.openxmlformats.org/officeDocument/2006/relationships/notesSlide" Target="/ppt/notesSlides/notesSlide14.xml" Id="Ra60d926eb4d7430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380ed67d2f54478" /><Relationship Type="http://schemas.openxmlformats.org/officeDocument/2006/relationships/notesSlide" Target="/ppt/notesSlides/notesSlide15.xml" Id="R25a8c5d262a74fe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a68a39449d344ae" /><Relationship Type="http://schemas.openxmlformats.org/officeDocument/2006/relationships/notesSlide" Target="/ppt/notesSlides/notesSlide16.xml" Id="R596a1c777c794c4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e5367d5197c4bc3" /><Relationship Type="http://schemas.openxmlformats.org/officeDocument/2006/relationships/notesSlide" Target="/ppt/notesSlides/notesSlide17.xml" Id="R437cf80fb0f84f0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2ad020f39b042c6" /><Relationship Type="http://schemas.openxmlformats.org/officeDocument/2006/relationships/notesSlide" Target="/ppt/notesSlides/notesSlide18.xml" Id="R040a9339492f4ee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978a5066cc14959" /><Relationship Type="http://schemas.openxmlformats.org/officeDocument/2006/relationships/notesSlide" Target="/ppt/notesSlides/notesSlide19.xml" Id="Rfb1b1b12226c4ba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2f0e017ba3147ab" /><Relationship Type="http://schemas.openxmlformats.org/officeDocument/2006/relationships/notesSlide" Target="/ppt/notesSlides/notesSlide20.xml" Id="R9d20342e2c294d2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524bd72a3964092" /><Relationship Type="http://schemas.openxmlformats.org/officeDocument/2006/relationships/notesSlide" Target="/ppt/notesSlides/notesSlide21.xml" Id="Reda926252f9241f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cfa887992044b74" /><Relationship Type="http://schemas.openxmlformats.org/officeDocument/2006/relationships/notesSlide" Target="/ppt/notesSlides/notesSlide22.xml" Id="Rd7688857307a4b0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f54e9432b1649e6" /><Relationship Type="http://schemas.openxmlformats.org/officeDocument/2006/relationships/notesSlide" Target="/ppt/notesSlides/notesSlide23.xml" Id="Rd5bf66eef90d4ff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6f324bd3c9c464f" /><Relationship Type="http://schemas.openxmlformats.org/officeDocument/2006/relationships/notesSlide" Target="/ppt/notesSlides/notesSlide24.xml" Id="R2f803a44478944b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1fb75a1085842c2" /><Relationship Type="http://schemas.openxmlformats.org/officeDocument/2006/relationships/notesSlide" Target="/ppt/notesSlides/notesSlide25.xml" Id="Re3001d9961b44e6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09fa53d72894810" /><Relationship Type="http://schemas.openxmlformats.org/officeDocument/2006/relationships/notesSlide" Target="/ppt/notesSlides/notesSlide26.xml" Id="R7091b44ccb6b40f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2bb6a3aa5104855" /><Relationship Type="http://schemas.openxmlformats.org/officeDocument/2006/relationships/notesSlide" Target="/ppt/notesSlides/notesSlide27.xml" Id="R114ea8c30756407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b4501d86d51442df" /><Relationship Type="http://schemas.openxmlformats.org/officeDocument/2006/relationships/notesSlide" Target="/ppt/notesSlides/notesSlide28.xml" Id="R7bfc107afa2748ff" /></Relationships>
</file>

<file path=ppt/slides/slide1.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035FF79-2677-4118-A078-BCF7E98CDD77}"/>
              </a:ext>
            </a:extLst>
          </p:cNvPr>
          <p:cNvSpPr>
            <a:spLocks xmlns:a="http://schemas.openxmlformats.org/drawingml/2006/main" noGrp="1"/>
          </p:cNvSpPr>
          <p:nvPr/>
        </p:nvSpPr>
        <p:spPr>
          <a:xfrm xmlns:a="http://schemas.openxmlformats.org/drawingml/2006/main">
            <a:off x="609600" y="14478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F3F5F7"/>
                </a:solidFill>
                <a:latin typeface="Noto Sans CJK KR"/>
                <a:ea typeface="Noto Sans CJK KR"/>
                <a:cs typeface="Noto Sans CJK KR"/>
              </a:defRPr>
            </a:pPr>
            <a:r>
              <a:rPr sz="5400" b="1">
                <a:solidFill>
                  <a:srgbClr val="F3F5F7"/>
                </a:solidFill>
                <a:latin typeface="Noto Sans CJK KR"/>
                <a:ea typeface="Noto Sans CJK KR"/>
                <a:cs typeface="Noto Sans CJK KR"/>
              </a:rPr>
              <a:t>MechaFrameLink</a:t>
            </a:r>
          </a:p>
        </p:txBody>
      </p:sp>
      <p:sp>
        <p:nvSpPr>
          <p:cNvPr id="2" name="">
            <a:extLst xmlns:a="http://schemas.openxmlformats.org/drawingml/2006/main">
              <a:ext uri="{FF2B5EF4-FFF2-40B4-BE49-F238E27FC236}">
                <a16:creationId xmlns:a16="http://schemas.microsoft.com/office/drawing/2014/main" id="{BF48AB0C-B97D-485D-85B2-8B44CAE8265D}"/>
              </a:ext>
            </a:extLst>
          </p:cNvPr>
          <p:cNvSpPr>
            <a:spLocks xmlns:a="http://schemas.openxmlformats.org/drawingml/2006/main" noGrp="1"/>
          </p:cNvSpPr>
          <p:nvPr/>
        </p:nvSpPr>
        <p:spPr>
          <a:xfrm xmlns:a="http://schemas.openxmlformats.org/drawingml/2006/main">
            <a:off x="647700" y="269557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74D9CF"/>
                </a:solidFill>
                <a:latin typeface="Noto Sans CJK KR"/>
                <a:ea typeface="Noto Sans CJK KR"/>
                <a:cs typeface="Noto Sans CJK KR"/>
              </a:defRPr>
            </a:pPr>
            <a:r>
              <a:rPr sz="3000" b="0">
                <a:solidFill>
                  <a:srgbClr val="74D9CF"/>
                </a:solidFill>
                <a:latin typeface="Noto Sans CJK KR"/>
                <a:ea typeface="Noto Sans CJK KR"/>
                <a:cs typeface="Noto Sans CJK KR"/>
              </a:rPr>
              <a:t>오늘의 UI 구현 복습과 작업 인계</a:t>
            </a:r>
          </a:p>
        </p:txBody>
      </p:sp>
      <p:sp>
        <p:nvSpPr>
          <p:cNvPr id="3" name="">
            <a:extLst xmlns:a="http://schemas.openxmlformats.org/drawingml/2006/main">
              <a:ext uri="{FF2B5EF4-FFF2-40B4-BE49-F238E27FC236}">
                <a16:creationId xmlns:a16="http://schemas.microsoft.com/office/drawing/2014/main" id="{63CFFAB0-A83F-4094-A9AD-AF79D0473BB7}"/>
              </a:ext>
            </a:extLst>
          </p:cNvPr>
          <p:cNvSpPr>
            <a:spLocks xmlns:a="http://schemas.openxmlformats.org/drawingml/2006/main" noGrp="1"/>
          </p:cNvSpPr>
          <p:nvPr/>
        </p:nvSpPr>
        <p:spPr>
          <a:xfrm xmlns:a="http://schemas.openxmlformats.org/drawingml/2006/main">
            <a:off x="647700" y="43434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AFBDC9"/>
                </a:solidFill>
                <a:latin typeface="Noto Sans CJK KR"/>
                <a:ea typeface="Noto Sans CJK KR"/>
                <a:cs typeface="Noto Sans CJK KR"/>
              </a:defRPr>
            </a:pPr>
            <a:r>
              <a:rPr sz="2100" b="0">
                <a:solidFill>
                  <a:srgbClr val="AFBDC9"/>
                </a:solidFill>
                <a:latin typeface="Noto Sans CJK KR"/>
                <a:ea typeface="Noto Sans CJK KR"/>
                <a:cs typeface="Noto Sans CJK KR"/>
              </a:rPr>
              <a:t>UMG · CommonUI · C++</a:t>
            </a:r>
          </a:p>
          <a:p xmlns:a="http://schemas.openxmlformats.org/drawingml/2006/main">
            <a:pPr>
              <a:defRPr sz="2100" b="0">
                <a:solidFill>
                  <a:srgbClr val="AFBDC9"/>
                </a:solidFill>
                <a:latin typeface="Noto Sans CJK KR"/>
                <a:ea typeface="Noto Sans CJK KR"/>
                <a:cs typeface="Noto Sans CJK KR"/>
              </a:defRPr>
            </a:pPr>
            <a:r>
              <a:rPr sz="2100" b="0">
                <a:solidFill>
                  <a:srgbClr val="AFBDC9"/>
                </a:solidFill>
                <a:latin typeface="Noto Sans CJK KR"/>
                <a:ea typeface="Noto Sans CJK KR"/>
                <a:cs typeface="Noto Sans CJK KR"/>
              </a:rPr>
              <a:t>2026.09.17</a:t>
            </a:r>
          </a:p>
        </p:txBody>
      </p:sp>
    </p:spTree>
    <p:extLst>
      <p:ext uri="{BB962C8B-B14F-4D97-AF65-F5344CB8AC3E}">
        <p14:creationId xmlns:p14="http://schemas.microsoft.com/office/powerpoint/2010/main" val="1929283499"/>
      </p:ext>
    </p:extLst>
  </p:cSld>
</p:sld>
</file>

<file path=ppt/slides/slide2.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518D218-0354-416C-88B8-BF0370E2E792}"/>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5F7"/>
                </a:solidFill>
                <a:latin typeface="Noto Sans CJK KR"/>
                <a:ea typeface="Noto Sans CJK KR"/>
                <a:cs typeface="Noto Sans CJK KR"/>
              </a:defRPr>
            </a:pPr>
            <a:r>
              <a:rPr sz="3300" b="1">
                <a:solidFill>
                  <a:srgbClr val="F3F5F7"/>
                </a:solidFill>
                <a:latin typeface="Noto Sans CJK KR"/>
                <a:ea typeface="Noto Sans CJK KR"/>
                <a:cs typeface="Noto Sans CJK KR"/>
              </a:rPr>
              <a:t>현재 체크포인트</a:t>
            </a:r>
          </a:p>
        </p:txBody>
      </p:sp>
      <p:sp>
        <p:nvSpPr>
          <p:cNvPr id="2" name="">
            <a:extLst xmlns:a="http://schemas.openxmlformats.org/drawingml/2006/main">
              <a:ext uri="{FF2B5EF4-FFF2-40B4-BE49-F238E27FC236}">
                <a16:creationId xmlns:a16="http://schemas.microsoft.com/office/drawing/2014/main" id="{6B10B221-84A3-4CE6-A02F-81F1B8407C46}"/>
              </a:ext>
            </a:extLst>
          </p:cNvPr>
          <p:cNvSpPr>
            <a:spLocks xmlns:a="http://schemas.openxmlformats.org/drawingml/2006/main" noGrp="1"/>
          </p:cNvSpPr>
          <p:nvPr/>
        </p:nvSpPr>
        <p:spPr>
          <a:xfrm xmlns:a="http://schemas.openxmlformats.org/drawingml/2006/main">
            <a:off x="628650" y="1190625"/>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FBDC9"/>
                </a:solidFill>
                <a:latin typeface="Noto Sans CJK KR"/>
                <a:ea typeface="Noto Sans CJK KR"/>
                <a:cs typeface="Noto Sans CJK KR"/>
              </a:defRPr>
            </a:pPr>
            <a:r>
              <a:rPr sz="1800" b="0">
                <a:solidFill>
                  <a:srgbClr val="AFBDC9"/>
                </a:solidFill>
                <a:latin typeface="Noto Sans CJK KR"/>
                <a:ea typeface="Noto Sans CJK KR"/>
                <a:cs typeface="Noto Sans CJK KR"/>
              </a:rPr>
              <a:t>빌드 성공과 기능 검증은 별도로 기록한다</a:t>
            </a:r>
          </a:p>
        </p:txBody>
      </p:sp>
      <p:sp>
        <p:nvSpPr>
          <p:cNvPr id="3" name="">
            <a:extLst xmlns:a="http://schemas.openxmlformats.org/drawingml/2006/main">
              <a:ext uri="{FF2B5EF4-FFF2-40B4-BE49-F238E27FC236}">
                <a16:creationId xmlns:a16="http://schemas.microsoft.com/office/drawing/2014/main" id="{F0FED78E-08B7-4A7A-B471-E1A8DBE635D8}"/>
              </a:ext>
            </a:extLst>
          </p:cNvPr>
          <p:cNvSpPr>
            <a:spLocks xmlns:a="http://schemas.openxmlformats.org/drawingml/2006/main" noGrp="1"/>
          </p:cNvSpPr>
          <p:nvPr/>
        </p:nvSpPr>
        <p:spPr>
          <a:xfrm xmlns:a="http://schemas.openxmlformats.org/drawingml/2006/main">
            <a:off x="11049000" y="63341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FBDC9"/>
                </a:solidFill>
                <a:latin typeface="Noto Sans CJK KR"/>
                <a:ea typeface="Noto Sans CJK KR"/>
                <a:cs typeface="Noto Sans CJK KR"/>
              </a:defRPr>
            </a:pPr>
            <a:r>
              <a:rPr sz="1350" b="0">
                <a:solidFill>
                  <a:srgbClr val="AFBDC9"/>
                </a:solidFill>
                <a:latin typeface="Noto Sans CJK KR"/>
                <a:ea typeface="Noto Sans CJK KR"/>
                <a:cs typeface="Noto Sans CJK KR"/>
              </a:rPr>
              <a:t>02</a:t>
            </a:r>
          </a:p>
        </p:txBody>
      </p:sp>
      <p:sp>
        <p:nvSpPr>
          <p:cNvPr id="4" name="">
            <a:extLst xmlns:a="http://schemas.openxmlformats.org/drawingml/2006/main">
              <a:ext uri="{FF2B5EF4-FFF2-40B4-BE49-F238E27FC236}">
                <a16:creationId xmlns:a16="http://schemas.microsoft.com/office/drawing/2014/main" id="{3DFE3135-2252-498F-8019-6CCFDEC12FA0}"/>
              </a:ext>
            </a:extLst>
          </p:cNvPr>
          <p:cNvSpPr>
            <a:spLocks xmlns:a="http://schemas.openxmlformats.org/drawingml/2006/main" noGrp="1"/>
          </p:cNvSpPr>
          <p:nvPr/>
        </p:nvSpPr>
        <p:spPr>
          <a:xfrm xmlns:a="http://schemas.openxmlformats.org/drawingml/2006/main">
            <a:off x="628650" y="18383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확인됨</a:t>
            </a:r>
          </a:p>
        </p:txBody>
      </p:sp>
      <p:sp>
        <p:nvSpPr>
          <p:cNvPr id="5" name="">
            <a:extLst xmlns:a="http://schemas.openxmlformats.org/drawingml/2006/main">
              <a:ext uri="{FF2B5EF4-FFF2-40B4-BE49-F238E27FC236}">
                <a16:creationId xmlns:a16="http://schemas.microsoft.com/office/drawing/2014/main" id="{4820A438-F73F-4230-82B1-2BD7DD6141C4}"/>
              </a:ext>
            </a:extLst>
          </p:cNvPr>
          <p:cNvSpPr>
            <a:spLocks xmlns:a="http://schemas.openxmlformats.org/drawingml/2006/main" noGrp="1"/>
          </p:cNvSpPr>
          <p:nvPr/>
        </p:nvSpPr>
        <p:spPr>
          <a:xfrm xmlns:a="http://schemas.openxmlformats.org/drawingml/2006/main">
            <a:off x="628650" y="22288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프로젝트 빌드, 메뉴 표시, 버튼 반응, 시작 버튼 클릭 로그.</a:t>
            </a:r>
          </a:p>
        </p:txBody>
      </p:sp>
      <p:sp>
        <p:nvSpPr>
          <p:cNvPr id="6" name="">
            <a:extLst xmlns:a="http://schemas.openxmlformats.org/drawingml/2006/main">
              <a:ext uri="{FF2B5EF4-FFF2-40B4-BE49-F238E27FC236}">
                <a16:creationId xmlns:a16="http://schemas.microsoft.com/office/drawing/2014/main" id="{49CF3C01-8FBE-4302-9DC5-6E62C5A8A385}"/>
              </a:ext>
            </a:extLst>
          </p:cNvPr>
          <p:cNvSpPr>
            <a:spLocks xmlns:a="http://schemas.openxmlformats.org/drawingml/2006/main" noGrp="1"/>
          </p:cNvSpPr>
          <p:nvPr/>
        </p:nvSpPr>
        <p:spPr>
          <a:xfrm xmlns:a="http://schemas.openxmlformats.org/drawingml/2006/main">
            <a:off x="628650" y="28670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구현 흐름 정리됨</a:t>
            </a:r>
          </a:p>
        </p:txBody>
      </p:sp>
      <p:sp>
        <p:nvSpPr>
          <p:cNvPr id="7" name="">
            <a:extLst xmlns:a="http://schemas.openxmlformats.org/drawingml/2006/main">
              <a:ext uri="{FF2B5EF4-FFF2-40B4-BE49-F238E27FC236}">
                <a16:creationId xmlns:a16="http://schemas.microsoft.com/office/drawing/2014/main" id="{F428D39D-98EF-4EDB-B583-66DCB75D789A}"/>
              </a:ext>
            </a:extLst>
          </p:cNvPr>
          <p:cNvSpPr>
            <a:spLocks xmlns:a="http://schemas.openxmlformats.org/drawingml/2006/main" noGrp="1"/>
          </p:cNvSpPr>
          <p:nvPr/>
        </p:nvSpPr>
        <p:spPr>
          <a:xfrm xmlns:a="http://schemas.openxmlformats.org/drawingml/2006/main">
            <a:off x="628650" y="32575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PlayerController의 Root 생성과 등록, Subsystem을 통한 화면 열기.</a:t>
            </a:r>
          </a:p>
        </p:txBody>
      </p:sp>
      <p:sp>
        <p:nvSpPr>
          <p:cNvPr id="8" name="">
            <a:extLst xmlns:a="http://schemas.openxmlformats.org/drawingml/2006/main">
              <a:ext uri="{FF2B5EF4-FFF2-40B4-BE49-F238E27FC236}">
                <a16:creationId xmlns:a16="http://schemas.microsoft.com/office/drawing/2014/main" id="{1BC669BB-0922-4C8D-8460-D9E142FF8721}"/>
              </a:ext>
            </a:extLst>
          </p:cNvPr>
          <p:cNvSpPr>
            <a:spLocks xmlns:a="http://schemas.openxmlformats.org/drawingml/2006/main" noGrp="1"/>
          </p:cNvSpPr>
          <p:nvPr/>
        </p:nvSpPr>
        <p:spPr>
          <a:xfrm xmlns:a="http://schemas.openxmlformats.org/drawingml/2006/main">
            <a:off x="628650" y="38957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다음 실행에서 확인</a:t>
            </a:r>
          </a:p>
        </p:txBody>
      </p:sp>
      <p:sp>
        <p:nvSpPr>
          <p:cNvPr id="9" name="">
            <a:extLst xmlns:a="http://schemas.openxmlformats.org/drawingml/2006/main">
              <a:ext uri="{FF2B5EF4-FFF2-40B4-BE49-F238E27FC236}">
                <a16:creationId xmlns:a16="http://schemas.microsoft.com/office/drawing/2014/main" id="{B9F7E03C-86B9-4DA6-BC81-FA715DC7741A}"/>
              </a:ext>
            </a:extLst>
          </p:cNvPr>
          <p:cNvSpPr>
            <a:spLocks xmlns:a="http://schemas.openxmlformats.org/drawingml/2006/main" noGrp="1"/>
          </p:cNvSpPr>
          <p:nvPr/>
        </p:nvSpPr>
        <p:spPr>
          <a:xfrm xmlns:a="http://schemas.openxmlformats.org/drawingml/2006/main">
            <a:off x="628650" y="42862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시작 클릭 후 로비 표시, Back 입력 후 메뉴 복귀, 포커스 복원.</a:t>
            </a:r>
          </a:p>
        </p:txBody>
      </p:sp>
      <p:sp>
        <p:nvSpPr>
          <p:cNvPr id="10" name="">
            <a:extLst xmlns:a="http://schemas.openxmlformats.org/drawingml/2006/main">
              <a:ext uri="{FF2B5EF4-FFF2-40B4-BE49-F238E27FC236}">
                <a16:creationId xmlns:a16="http://schemas.microsoft.com/office/drawing/2014/main" id="{F87B6AA2-7DBA-43A6-A7B1-3133C4D35504}"/>
              </a:ext>
            </a:extLst>
          </p:cNvPr>
          <p:cNvSpPr>
            <a:spLocks xmlns:a="http://schemas.openxmlformats.org/drawingml/2006/main" noGrp="1"/>
          </p:cNvSpPr>
          <p:nvPr/>
        </p:nvSpPr>
        <p:spPr>
          <a:xfrm xmlns:a="http://schemas.openxmlformats.org/drawingml/2006/main">
            <a:off x="628650" y="49244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아직 범위 밖</a:t>
            </a:r>
          </a:p>
        </p:txBody>
      </p:sp>
      <p:sp>
        <p:nvSpPr>
          <p:cNvPr id="11" name="">
            <a:extLst xmlns:a="http://schemas.openxmlformats.org/drawingml/2006/main">
              <a:ext uri="{FF2B5EF4-FFF2-40B4-BE49-F238E27FC236}">
                <a16:creationId xmlns:a16="http://schemas.microsoft.com/office/drawing/2014/main" id="{0342B953-8458-4E4C-B754-35A49849A4AD}"/>
              </a:ext>
            </a:extLst>
          </p:cNvPr>
          <p:cNvSpPr>
            <a:spLocks xmlns:a="http://schemas.openxmlformats.org/drawingml/2006/main" noGrp="1"/>
          </p:cNvSpPr>
          <p:nvPr/>
        </p:nvSpPr>
        <p:spPr>
          <a:xfrm xmlns:a="http://schemas.openxmlformats.org/drawingml/2006/main">
            <a:off x="628650" y="53149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MVVM 실제 바인딩, 로딩 화면, 레벨 전환, 인게임 연동.</a:t>
            </a:r>
          </a:p>
        </p:txBody>
      </p:sp>
    </p:spTree>
    <p:extLst>
      <p:ext uri="{BB962C8B-B14F-4D97-AF65-F5344CB8AC3E}">
        <p14:creationId xmlns:p14="http://schemas.microsoft.com/office/powerpoint/2010/main" val="588344134"/>
      </p:ext>
    </p:extLst>
  </p:cSld>
</p:sld>
</file>

<file path=ppt/slides/slide3.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2277A84-511E-4448-8CA4-51F00B260774}"/>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5F7"/>
                </a:solidFill>
                <a:latin typeface="Noto Sans CJK KR"/>
                <a:ea typeface="Noto Sans CJK KR"/>
                <a:cs typeface="Noto Sans CJK KR"/>
              </a:defRPr>
            </a:pPr>
            <a:r>
              <a:rPr sz="3300" b="1">
                <a:solidFill>
                  <a:srgbClr val="F3F5F7"/>
                </a:solidFill>
                <a:latin typeface="Noto Sans CJK KR"/>
                <a:ea typeface="Noto Sans CJK KR"/>
                <a:cs typeface="Noto Sans CJK KR"/>
              </a:rPr>
              <a:t>확정한 설계 기준</a:t>
            </a:r>
          </a:p>
        </p:txBody>
      </p:sp>
      <p:sp>
        <p:nvSpPr>
          <p:cNvPr id="2" name="">
            <a:extLst xmlns:a="http://schemas.openxmlformats.org/drawingml/2006/main">
              <a:ext uri="{FF2B5EF4-FFF2-40B4-BE49-F238E27FC236}">
                <a16:creationId xmlns:a16="http://schemas.microsoft.com/office/drawing/2014/main" id="{F968EE1C-E9E2-481D-A75E-0DE45F65ADD1}"/>
              </a:ext>
            </a:extLst>
          </p:cNvPr>
          <p:cNvSpPr>
            <a:spLocks xmlns:a="http://schemas.openxmlformats.org/drawingml/2006/main" noGrp="1"/>
          </p:cNvSpPr>
          <p:nvPr/>
        </p:nvSpPr>
        <p:spPr>
          <a:xfrm xmlns:a="http://schemas.openxmlformats.org/drawingml/2006/main">
            <a:off x="628650" y="1190625"/>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FBDC9"/>
                </a:solidFill>
                <a:latin typeface="Noto Sans CJK KR"/>
                <a:ea typeface="Noto Sans CJK KR"/>
                <a:cs typeface="Noto Sans CJK KR"/>
              </a:defRPr>
            </a:pPr>
            <a:r>
              <a:rPr sz="1800" b="0">
                <a:solidFill>
                  <a:srgbClr val="AFBDC9"/>
                </a:solidFill>
                <a:latin typeface="Noto Sans CJK KR"/>
                <a:ea typeface="Noto Sans CJK KR"/>
                <a:cs typeface="Noto Sans CJK KR"/>
              </a:rPr>
              <a:t>내일 새 세션에서도 유지할 결정</a:t>
            </a:r>
          </a:p>
        </p:txBody>
      </p:sp>
      <p:sp>
        <p:nvSpPr>
          <p:cNvPr id="3" name="">
            <a:extLst xmlns:a="http://schemas.openxmlformats.org/drawingml/2006/main">
              <a:ext uri="{FF2B5EF4-FFF2-40B4-BE49-F238E27FC236}">
                <a16:creationId xmlns:a16="http://schemas.microsoft.com/office/drawing/2014/main" id="{2697FE56-E344-49A3-BD02-4C1369DF044D}"/>
              </a:ext>
            </a:extLst>
          </p:cNvPr>
          <p:cNvSpPr>
            <a:spLocks xmlns:a="http://schemas.openxmlformats.org/drawingml/2006/main" noGrp="1"/>
          </p:cNvSpPr>
          <p:nvPr/>
        </p:nvSpPr>
        <p:spPr>
          <a:xfrm xmlns:a="http://schemas.openxmlformats.org/drawingml/2006/main">
            <a:off x="11049000" y="63341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FBDC9"/>
                </a:solidFill>
                <a:latin typeface="Noto Sans CJK KR"/>
                <a:ea typeface="Noto Sans CJK KR"/>
                <a:cs typeface="Noto Sans CJK KR"/>
              </a:defRPr>
            </a:pPr>
            <a:r>
              <a:rPr sz="1350" b="0">
                <a:solidFill>
                  <a:srgbClr val="AFBDC9"/>
                </a:solidFill>
                <a:latin typeface="Noto Sans CJK KR"/>
                <a:ea typeface="Noto Sans CJK KR"/>
                <a:cs typeface="Noto Sans CJK KR"/>
              </a:rPr>
              <a:t>03</a:t>
            </a:r>
          </a:p>
        </p:txBody>
      </p:sp>
      <p:sp>
        <p:nvSpPr>
          <p:cNvPr id="4" name="">
            <a:extLst xmlns:a="http://schemas.openxmlformats.org/drawingml/2006/main">
              <a:ext uri="{FF2B5EF4-FFF2-40B4-BE49-F238E27FC236}">
                <a16:creationId xmlns:a16="http://schemas.microsoft.com/office/drawing/2014/main" id="{D6620A63-53DC-4B15-8D3D-33C39E75F3B5}"/>
              </a:ext>
            </a:extLst>
          </p:cNvPr>
          <p:cNvSpPr>
            <a:spLocks xmlns:a="http://schemas.openxmlformats.org/drawingml/2006/main" noGrp="1"/>
          </p:cNvSpPr>
          <p:nvPr/>
        </p:nvSpPr>
        <p:spPr>
          <a:xfrm xmlns:a="http://schemas.openxmlformats.org/drawingml/2006/main">
            <a:off x="628650" y="18383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UI 서비스</a:t>
            </a:r>
          </a:p>
        </p:txBody>
      </p:sp>
      <p:sp>
        <p:nvSpPr>
          <p:cNvPr id="5" name="">
            <a:extLst xmlns:a="http://schemas.openxmlformats.org/drawingml/2006/main">
              <a:ext uri="{FF2B5EF4-FFF2-40B4-BE49-F238E27FC236}">
                <a16:creationId xmlns:a16="http://schemas.microsoft.com/office/drawing/2014/main" id="{B2167A5B-04C2-4F1F-96B8-C88C71252586}"/>
              </a:ext>
            </a:extLst>
          </p:cNvPr>
          <p:cNvSpPr>
            <a:spLocks xmlns:a="http://schemas.openxmlformats.org/drawingml/2006/main" noGrp="1"/>
          </p:cNvSpPr>
          <p:nvPr/>
        </p:nvSpPr>
        <p:spPr>
          <a:xfrm xmlns:a="http://schemas.openxmlformats.org/drawingml/2006/main">
            <a:off x="628650" y="22288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FrontendUISubsystem은 UGameInstanceSubsystem 기반으로 정리.</a:t>
            </a:r>
          </a:p>
        </p:txBody>
      </p:sp>
      <p:sp>
        <p:nvSpPr>
          <p:cNvPr id="6" name="">
            <a:extLst xmlns:a="http://schemas.openxmlformats.org/drawingml/2006/main">
              <a:ext uri="{FF2B5EF4-FFF2-40B4-BE49-F238E27FC236}">
                <a16:creationId xmlns:a16="http://schemas.microsoft.com/office/drawing/2014/main" id="{E1B9F873-EF98-4668-AEC3-BE1A6B914DE7}"/>
              </a:ext>
            </a:extLst>
          </p:cNvPr>
          <p:cNvSpPr>
            <a:spLocks xmlns:a="http://schemas.openxmlformats.org/drawingml/2006/main" noGrp="1"/>
          </p:cNvSpPr>
          <p:nvPr/>
        </p:nvSpPr>
        <p:spPr>
          <a:xfrm xmlns:a="http://schemas.openxmlformats.org/drawingml/2006/main">
            <a:off x="628650" y="28670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화면 구성</a:t>
            </a:r>
          </a:p>
        </p:txBody>
      </p:sp>
      <p:sp>
        <p:nvSpPr>
          <p:cNvPr id="7" name="">
            <a:extLst xmlns:a="http://schemas.openxmlformats.org/drawingml/2006/main">
              <a:ext uri="{FF2B5EF4-FFF2-40B4-BE49-F238E27FC236}">
                <a16:creationId xmlns:a16="http://schemas.microsoft.com/office/drawing/2014/main" id="{D70BE73E-2A06-4AD1-A77A-660CCFCF849E}"/>
              </a:ext>
            </a:extLst>
          </p:cNvPr>
          <p:cNvSpPr>
            <a:spLocks xmlns:a="http://schemas.openxmlformats.org/drawingml/2006/main" noGrp="1"/>
          </p:cNvSpPr>
          <p:nvPr/>
        </p:nvSpPr>
        <p:spPr>
          <a:xfrm xmlns:a="http://schemas.openxmlformats.org/drawingml/2006/main">
            <a:off x="628650" y="32575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UMG로 배치하고 CommonUI로 화면 활성화와 입력을 관리.</a:t>
            </a:r>
          </a:p>
        </p:txBody>
      </p:sp>
      <p:sp>
        <p:nvSpPr>
          <p:cNvPr id="8" name="">
            <a:extLst xmlns:a="http://schemas.openxmlformats.org/drawingml/2006/main">
              <a:ext uri="{FF2B5EF4-FFF2-40B4-BE49-F238E27FC236}">
                <a16:creationId xmlns:a16="http://schemas.microsoft.com/office/drawing/2014/main" id="{880391B3-E2FB-47BD-8B45-5DD9061B763C}"/>
              </a:ext>
            </a:extLst>
          </p:cNvPr>
          <p:cNvSpPr>
            <a:spLocks xmlns:a="http://schemas.openxmlformats.org/drawingml/2006/main" noGrp="1"/>
          </p:cNvSpPr>
          <p:nvPr/>
        </p:nvSpPr>
        <p:spPr>
          <a:xfrm xmlns:a="http://schemas.openxmlformats.org/drawingml/2006/main">
            <a:off x="628650" y="38957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파일 구조</a:t>
            </a:r>
          </a:p>
        </p:txBody>
      </p:sp>
      <p:sp>
        <p:nvSpPr>
          <p:cNvPr id="9" name="">
            <a:extLst xmlns:a="http://schemas.openxmlformats.org/drawingml/2006/main">
              <a:ext uri="{FF2B5EF4-FFF2-40B4-BE49-F238E27FC236}">
                <a16:creationId xmlns:a16="http://schemas.microsoft.com/office/drawing/2014/main" id="{3CEF38AF-67C5-4440-8E63-5A8FC1869C27}"/>
              </a:ext>
            </a:extLst>
          </p:cNvPr>
          <p:cNvSpPr>
            <a:spLocks xmlns:a="http://schemas.openxmlformats.org/drawingml/2006/main" noGrp="1"/>
          </p:cNvSpPr>
          <p:nvPr/>
        </p:nvSpPr>
        <p:spPr>
          <a:xfrm xmlns:a="http://schemas.openxmlformats.org/drawingml/2006/main">
            <a:off x="628650" y="42862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Public에는 헤더, Private에는 구현. 내부 경로는 서로 대응.</a:t>
            </a:r>
          </a:p>
        </p:txBody>
      </p:sp>
      <p:sp>
        <p:nvSpPr>
          <p:cNvPr id="10" name="">
            <a:extLst xmlns:a="http://schemas.openxmlformats.org/drawingml/2006/main">
              <a:ext uri="{FF2B5EF4-FFF2-40B4-BE49-F238E27FC236}">
                <a16:creationId xmlns:a16="http://schemas.microsoft.com/office/drawing/2014/main" id="{94BA7417-8ABD-4339-A209-100B49CF14FB}"/>
              </a:ext>
            </a:extLst>
          </p:cNvPr>
          <p:cNvSpPr>
            <a:spLocks xmlns:a="http://schemas.openxmlformats.org/drawingml/2006/main" noGrp="1"/>
          </p:cNvSpPr>
          <p:nvPr/>
        </p:nvSpPr>
        <p:spPr>
          <a:xfrm xmlns:a="http://schemas.openxmlformats.org/drawingml/2006/main">
            <a:off x="628650" y="49244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진행 방식</a:t>
            </a:r>
          </a:p>
        </p:txBody>
      </p:sp>
      <p:sp>
        <p:nvSpPr>
          <p:cNvPr id="11" name="">
            <a:extLst xmlns:a="http://schemas.openxmlformats.org/drawingml/2006/main">
              <a:ext uri="{FF2B5EF4-FFF2-40B4-BE49-F238E27FC236}">
                <a16:creationId xmlns:a16="http://schemas.microsoft.com/office/drawing/2014/main" id="{91A94D9C-7CC1-4707-90BB-991D15E82ED3}"/>
              </a:ext>
            </a:extLst>
          </p:cNvPr>
          <p:cNvSpPr>
            <a:spLocks xmlns:a="http://schemas.openxmlformats.org/drawingml/2006/main" noGrp="1"/>
          </p:cNvSpPr>
          <p:nvPr/>
        </p:nvSpPr>
        <p:spPr>
          <a:xfrm xmlns:a="http://schemas.openxmlformats.org/drawingml/2006/main">
            <a:off x="628650" y="53149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정석 구조부터 설명. 임의 단순화와 명칭 변경 없이 단계별로 확인.</a:t>
            </a:r>
          </a:p>
        </p:txBody>
      </p:sp>
    </p:spTree>
    <p:extLst>
      <p:ext uri="{BB962C8B-B14F-4D97-AF65-F5344CB8AC3E}">
        <p14:creationId xmlns:p14="http://schemas.microsoft.com/office/powerpoint/2010/main" val="2074654291"/>
      </p:ext>
    </p:extLst>
  </p:cSld>
</p:sld>
</file>

<file path=ppt/slides/slide4.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BB28734-44C9-4D53-90FD-51A0F687B2DA}"/>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5F7"/>
                </a:solidFill>
                <a:latin typeface="Noto Sans CJK KR"/>
                <a:ea typeface="Noto Sans CJK KR"/>
                <a:cs typeface="Noto Sans CJK KR"/>
              </a:defRPr>
            </a:pPr>
            <a:r>
              <a:rPr sz="3300" b="1">
                <a:solidFill>
                  <a:srgbClr val="F3F5F7"/>
                </a:solidFill>
                <a:latin typeface="Noto Sans CJK KR"/>
                <a:ea typeface="Noto Sans CJK KR"/>
                <a:cs typeface="Noto Sans CJK KR"/>
              </a:rPr>
              <a:t>GameInstance 기준을 선택한 이유</a:t>
            </a:r>
          </a:p>
        </p:txBody>
      </p:sp>
      <p:sp>
        <p:nvSpPr>
          <p:cNvPr id="2" name="">
            <a:extLst xmlns:a="http://schemas.openxmlformats.org/drawingml/2006/main">
              <a:ext uri="{FF2B5EF4-FFF2-40B4-BE49-F238E27FC236}">
                <a16:creationId xmlns:a16="http://schemas.microsoft.com/office/drawing/2014/main" id="{2BB30094-895E-44D8-BDD6-7DAB59F7E654}"/>
              </a:ext>
            </a:extLst>
          </p:cNvPr>
          <p:cNvSpPr>
            <a:spLocks xmlns:a="http://schemas.openxmlformats.org/drawingml/2006/main" noGrp="1"/>
          </p:cNvSpPr>
          <p:nvPr/>
        </p:nvSpPr>
        <p:spPr>
          <a:xfrm xmlns:a="http://schemas.openxmlformats.org/drawingml/2006/main">
            <a:off x="628650" y="1190625"/>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FBDC9"/>
                </a:solidFill>
                <a:latin typeface="Noto Sans CJK KR"/>
                <a:ea typeface="Noto Sans CJK KR"/>
                <a:cs typeface="Noto Sans CJK KR"/>
              </a:defRPr>
            </a:pPr>
            <a:r>
              <a:rPr sz="1800" b="0">
                <a:solidFill>
                  <a:srgbClr val="AFBDC9"/>
                </a:solidFill>
                <a:latin typeface="Noto Sans CJK KR"/>
                <a:ea typeface="Noto Sans CJK KR"/>
                <a:cs typeface="Noto Sans CJK KR"/>
              </a:rPr>
              <a:t>수명과 책임을 함께 판단한다</a:t>
            </a:r>
          </a:p>
        </p:txBody>
      </p:sp>
      <p:sp>
        <p:nvSpPr>
          <p:cNvPr id="3" name="">
            <a:extLst xmlns:a="http://schemas.openxmlformats.org/drawingml/2006/main">
              <a:ext uri="{FF2B5EF4-FFF2-40B4-BE49-F238E27FC236}">
                <a16:creationId xmlns:a16="http://schemas.microsoft.com/office/drawing/2014/main" id="{2A81441D-9444-4E7C-B97B-6010C4A39EE3}"/>
              </a:ext>
            </a:extLst>
          </p:cNvPr>
          <p:cNvSpPr>
            <a:spLocks xmlns:a="http://schemas.openxmlformats.org/drawingml/2006/main" noGrp="1"/>
          </p:cNvSpPr>
          <p:nvPr/>
        </p:nvSpPr>
        <p:spPr>
          <a:xfrm xmlns:a="http://schemas.openxmlformats.org/drawingml/2006/main">
            <a:off x="11049000" y="63341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FBDC9"/>
                </a:solidFill>
                <a:latin typeface="Noto Sans CJK KR"/>
                <a:ea typeface="Noto Sans CJK KR"/>
                <a:cs typeface="Noto Sans CJK KR"/>
              </a:defRPr>
            </a:pPr>
            <a:r>
              <a:rPr sz="1350" b="0">
                <a:solidFill>
                  <a:srgbClr val="AFBDC9"/>
                </a:solidFill>
                <a:latin typeface="Noto Sans CJK KR"/>
                <a:ea typeface="Noto Sans CJK KR"/>
                <a:cs typeface="Noto Sans CJK KR"/>
              </a:rPr>
              <a:t>04</a:t>
            </a:r>
          </a:p>
        </p:txBody>
      </p:sp>
      <p:sp>
        <p:nvSpPr>
          <p:cNvPr id="4" name="">
            <a:extLst xmlns:a="http://schemas.openxmlformats.org/drawingml/2006/main">
              <a:ext uri="{FF2B5EF4-FFF2-40B4-BE49-F238E27FC236}">
                <a16:creationId xmlns:a16="http://schemas.microsoft.com/office/drawing/2014/main" id="{37D993C7-BE90-4170-845F-F7563BA644D6}"/>
              </a:ext>
            </a:extLst>
          </p:cNvPr>
          <p:cNvSpPr>
            <a:spLocks xmlns:a="http://schemas.openxmlformats.org/drawingml/2006/main" noGrp="1"/>
          </p:cNvSpPr>
          <p:nvPr/>
        </p:nvSpPr>
        <p:spPr>
          <a:xfrm xmlns:a="http://schemas.openxmlformats.org/drawingml/2006/main">
            <a:off x="628650" y="18383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중앙 진입점</a:t>
            </a:r>
          </a:p>
        </p:txBody>
      </p:sp>
      <p:sp>
        <p:nvSpPr>
          <p:cNvPr id="5" name="">
            <a:extLst xmlns:a="http://schemas.openxmlformats.org/drawingml/2006/main">
              <a:ext uri="{FF2B5EF4-FFF2-40B4-BE49-F238E27FC236}">
                <a16:creationId xmlns:a16="http://schemas.microsoft.com/office/drawing/2014/main" id="{6E7357CF-C9FB-4241-A008-73D088FD2951}"/>
              </a:ext>
            </a:extLst>
          </p:cNvPr>
          <p:cNvSpPr>
            <a:spLocks xmlns:a="http://schemas.openxmlformats.org/drawingml/2006/main" noGrp="1"/>
          </p:cNvSpPr>
          <p:nvPr/>
        </p:nvSpPr>
        <p:spPr>
          <a:xfrm xmlns:a="http://schemas.openxmlformats.org/drawingml/2006/main">
            <a:off x="628650" y="22288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메뉴·로비·향후 UI 요청을 한 서비스에 모으려는 프로젝트 선택.</a:t>
            </a:r>
          </a:p>
        </p:txBody>
      </p:sp>
      <p:sp>
        <p:nvSpPr>
          <p:cNvPr id="6" name="">
            <a:extLst xmlns:a="http://schemas.openxmlformats.org/drawingml/2006/main">
              <a:ext uri="{FF2B5EF4-FFF2-40B4-BE49-F238E27FC236}">
                <a16:creationId xmlns:a16="http://schemas.microsoft.com/office/drawing/2014/main" id="{AD5A90C5-D0C5-4690-92B7-82CDBE6E827A}"/>
              </a:ext>
            </a:extLst>
          </p:cNvPr>
          <p:cNvSpPr>
            <a:spLocks xmlns:a="http://schemas.openxmlformats.org/drawingml/2006/main" noGrp="1"/>
          </p:cNvSpPr>
          <p:nvPr/>
        </p:nvSpPr>
        <p:spPr>
          <a:xfrm xmlns:a="http://schemas.openxmlformats.org/drawingml/2006/main">
            <a:off x="628650" y="28670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LocalPlayer도 지속 가능</a:t>
            </a:r>
          </a:p>
        </p:txBody>
      </p:sp>
      <p:sp>
        <p:nvSpPr>
          <p:cNvPr id="7" name="">
            <a:extLst xmlns:a="http://schemas.openxmlformats.org/drawingml/2006/main">
              <a:ext uri="{FF2B5EF4-FFF2-40B4-BE49-F238E27FC236}">
                <a16:creationId xmlns:a16="http://schemas.microsoft.com/office/drawing/2014/main" id="{6AF6C99A-E9F9-457E-8DB5-D88D5EA2CDBA}"/>
              </a:ext>
            </a:extLst>
          </p:cNvPr>
          <p:cNvSpPr>
            <a:spLocks xmlns:a="http://schemas.openxmlformats.org/drawingml/2006/main" noGrp="1"/>
          </p:cNvSpPr>
          <p:nvPr/>
        </p:nvSpPr>
        <p:spPr>
          <a:xfrm xmlns:a="http://schemas.openxmlformats.org/drawingml/2006/main">
            <a:off x="628650" y="32575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일반적인 레벨 이동만으로 LocalPlayer가 반드시 사라지지는 않는다.</a:t>
            </a:r>
          </a:p>
        </p:txBody>
      </p:sp>
      <p:sp>
        <p:nvSpPr>
          <p:cNvPr id="8" name="">
            <a:extLst xmlns:a="http://schemas.openxmlformats.org/drawingml/2006/main">
              <a:ext uri="{FF2B5EF4-FFF2-40B4-BE49-F238E27FC236}">
                <a16:creationId xmlns:a16="http://schemas.microsoft.com/office/drawing/2014/main" id="{DB790A5C-E51C-4989-A9B7-E6E84655271E}"/>
              </a:ext>
            </a:extLst>
          </p:cNvPr>
          <p:cNvSpPr>
            <a:spLocks xmlns:a="http://schemas.openxmlformats.org/drawingml/2006/main" noGrp="1"/>
          </p:cNvSpPr>
          <p:nvPr/>
        </p:nvSpPr>
        <p:spPr>
          <a:xfrm xmlns:a="http://schemas.openxmlformats.org/drawingml/2006/main">
            <a:off x="628650" y="38957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Root는 별도 수명</a:t>
            </a:r>
          </a:p>
        </p:txBody>
      </p:sp>
      <p:sp>
        <p:nvSpPr>
          <p:cNvPr id="9" name="">
            <a:extLst xmlns:a="http://schemas.openxmlformats.org/drawingml/2006/main">
              <a:ext uri="{FF2B5EF4-FFF2-40B4-BE49-F238E27FC236}">
                <a16:creationId xmlns:a16="http://schemas.microsoft.com/office/drawing/2014/main" id="{4C92C56A-4C65-477D-B82B-524A4353664B}"/>
              </a:ext>
            </a:extLst>
          </p:cNvPr>
          <p:cNvSpPr>
            <a:spLocks xmlns:a="http://schemas.openxmlformats.org/drawingml/2006/main" noGrp="1"/>
          </p:cNvSpPr>
          <p:nvPr/>
        </p:nvSpPr>
        <p:spPr>
          <a:xfrm xmlns:a="http://schemas.openxmlformats.org/drawingml/2006/main">
            <a:off x="628650" y="42862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서비스가 남아 있어도 PC가 정리한 Root까지 자동 유지되지는 않는다.</a:t>
            </a:r>
          </a:p>
        </p:txBody>
      </p:sp>
      <p:sp>
        <p:nvSpPr>
          <p:cNvPr id="10" name="">
            <a:extLst xmlns:a="http://schemas.openxmlformats.org/drawingml/2006/main">
              <a:ext uri="{FF2B5EF4-FFF2-40B4-BE49-F238E27FC236}">
                <a16:creationId xmlns:a16="http://schemas.microsoft.com/office/drawing/2014/main" id="{5485D047-A414-496F-810F-8BF6605D1C2D}"/>
              </a:ext>
            </a:extLst>
          </p:cNvPr>
          <p:cNvSpPr>
            <a:spLocks xmlns:a="http://schemas.openxmlformats.org/drawingml/2006/main" noGrp="1"/>
          </p:cNvSpPr>
          <p:nvPr/>
        </p:nvSpPr>
        <p:spPr>
          <a:xfrm xmlns:a="http://schemas.openxmlformats.org/drawingml/2006/main">
            <a:off x="628650" y="49244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로딩 렌더링은 별도 구현</a:t>
            </a:r>
          </a:p>
        </p:txBody>
      </p:sp>
      <p:sp>
        <p:nvSpPr>
          <p:cNvPr id="11" name="">
            <a:extLst xmlns:a="http://schemas.openxmlformats.org/drawingml/2006/main">
              <a:ext uri="{FF2B5EF4-FFF2-40B4-BE49-F238E27FC236}">
                <a16:creationId xmlns:a16="http://schemas.microsoft.com/office/drawing/2014/main" id="{CC6D07DC-9BC5-42D3-8926-2C5BA82C753C}"/>
              </a:ext>
            </a:extLst>
          </p:cNvPr>
          <p:cNvSpPr>
            <a:spLocks xmlns:a="http://schemas.openxmlformats.org/drawingml/2006/main" noGrp="1"/>
          </p:cNvSpPr>
          <p:nvPr/>
        </p:nvSpPr>
        <p:spPr>
          <a:xfrm xmlns:a="http://schemas.openxmlformats.org/drawingml/2006/main">
            <a:off x="628650" y="53149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서비스의 위치만으로 동기 로딩 중 애니메이션이 보장되지는 않는다.</a:t>
            </a:r>
          </a:p>
        </p:txBody>
      </p:sp>
    </p:spTree>
    <p:extLst>
      <p:ext uri="{BB962C8B-B14F-4D97-AF65-F5344CB8AC3E}">
        <p14:creationId xmlns:p14="http://schemas.microsoft.com/office/powerpoint/2010/main" val="1184027707"/>
      </p:ext>
    </p:extLst>
  </p:cSld>
</p:sld>
</file>

<file path=ppt/slides/slide5.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195F067-FD0F-4D4D-A474-07D0C31CE2F9}"/>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5F7"/>
                </a:solidFill>
                <a:latin typeface="Noto Sans CJK KR"/>
                <a:ea typeface="Noto Sans CJK KR"/>
                <a:cs typeface="Noto Sans CJK KR"/>
              </a:defRPr>
            </a:pPr>
            <a:r>
              <a:rPr sz="3300" b="1">
                <a:solidFill>
                  <a:srgbClr val="F3F5F7"/>
                </a:solidFill>
                <a:latin typeface="Noto Sans CJK KR"/>
                <a:ea typeface="Noto Sans CJK KR"/>
                <a:cs typeface="Noto Sans CJK KR"/>
              </a:rPr>
              <a:t>클래스별 책임</a:t>
            </a:r>
          </a:p>
        </p:txBody>
      </p:sp>
      <p:sp>
        <p:nvSpPr>
          <p:cNvPr id="2" name="">
            <a:extLst xmlns:a="http://schemas.openxmlformats.org/drawingml/2006/main">
              <a:ext uri="{FF2B5EF4-FFF2-40B4-BE49-F238E27FC236}">
                <a16:creationId xmlns:a16="http://schemas.microsoft.com/office/drawing/2014/main" id="{C94B42B5-5D6B-4974-B50F-07230E23B67B}"/>
              </a:ext>
            </a:extLst>
          </p:cNvPr>
          <p:cNvSpPr>
            <a:spLocks xmlns:a="http://schemas.openxmlformats.org/drawingml/2006/main" noGrp="1"/>
          </p:cNvSpPr>
          <p:nvPr/>
        </p:nvSpPr>
        <p:spPr>
          <a:xfrm xmlns:a="http://schemas.openxmlformats.org/drawingml/2006/main">
            <a:off x="628650" y="1190625"/>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FBDC9"/>
                </a:solidFill>
                <a:latin typeface="Noto Sans CJK KR"/>
                <a:ea typeface="Noto Sans CJK KR"/>
                <a:cs typeface="Noto Sans CJK KR"/>
              </a:defRPr>
            </a:pPr>
            <a:r>
              <a:rPr sz="1800" b="0">
                <a:solidFill>
                  <a:srgbClr val="AFBDC9"/>
                </a:solidFill>
                <a:latin typeface="Noto Sans CJK KR"/>
                <a:ea typeface="Noto Sans CJK KR"/>
                <a:cs typeface="Noto Sans CJK KR"/>
              </a:rPr>
              <a:t>생성, 요청, 표시, 입력 정책을 구분한다</a:t>
            </a:r>
          </a:p>
        </p:txBody>
      </p:sp>
      <p:sp>
        <p:nvSpPr>
          <p:cNvPr id="3" name="">
            <a:extLst xmlns:a="http://schemas.openxmlformats.org/drawingml/2006/main">
              <a:ext uri="{FF2B5EF4-FFF2-40B4-BE49-F238E27FC236}">
                <a16:creationId xmlns:a16="http://schemas.microsoft.com/office/drawing/2014/main" id="{5D181813-B903-4C68-86B7-60F0B3AC9E1A}"/>
              </a:ext>
            </a:extLst>
          </p:cNvPr>
          <p:cNvSpPr>
            <a:spLocks xmlns:a="http://schemas.openxmlformats.org/drawingml/2006/main" noGrp="1"/>
          </p:cNvSpPr>
          <p:nvPr/>
        </p:nvSpPr>
        <p:spPr>
          <a:xfrm xmlns:a="http://schemas.openxmlformats.org/drawingml/2006/main">
            <a:off x="11049000" y="63341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FBDC9"/>
                </a:solidFill>
                <a:latin typeface="Noto Sans CJK KR"/>
                <a:ea typeface="Noto Sans CJK KR"/>
                <a:cs typeface="Noto Sans CJK KR"/>
              </a:defRPr>
            </a:pPr>
            <a:r>
              <a:rPr sz="1350" b="0">
                <a:solidFill>
                  <a:srgbClr val="AFBDC9"/>
                </a:solidFill>
                <a:latin typeface="Noto Sans CJK KR"/>
                <a:ea typeface="Noto Sans CJK KR"/>
                <a:cs typeface="Noto Sans CJK KR"/>
              </a:rPr>
              <a:t>05</a:t>
            </a:r>
          </a:p>
        </p:txBody>
      </p:sp>
      <p:sp>
        <p:nvSpPr>
          <p:cNvPr id="4" name="">
            <a:extLst xmlns:a="http://schemas.openxmlformats.org/drawingml/2006/main">
              <a:ext uri="{FF2B5EF4-FFF2-40B4-BE49-F238E27FC236}">
                <a16:creationId xmlns:a16="http://schemas.microsoft.com/office/drawing/2014/main" id="{46F507AF-2D4C-4D1D-8A55-0359220B286A}"/>
              </a:ext>
            </a:extLst>
          </p:cNvPr>
          <p:cNvSpPr>
            <a:spLocks xmlns:a="http://schemas.openxmlformats.org/drawingml/2006/main" noGrp="1"/>
          </p:cNvSpPr>
          <p:nvPr/>
        </p:nvSpPr>
        <p:spPr>
          <a:xfrm xmlns:a="http://schemas.openxmlformats.org/drawingml/2006/main">
            <a:off x="628650" y="18383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AFrontendPlayerController</a:t>
            </a:r>
          </a:p>
        </p:txBody>
      </p:sp>
      <p:sp>
        <p:nvSpPr>
          <p:cNvPr id="5" name="">
            <a:extLst xmlns:a="http://schemas.openxmlformats.org/drawingml/2006/main">
              <a:ext uri="{FF2B5EF4-FFF2-40B4-BE49-F238E27FC236}">
                <a16:creationId xmlns:a16="http://schemas.microsoft.com/office/drawing/2014/main" id="{74F2437E-8FFA-4F06-B308-201DD84FED99}"/>
              </a:ext>
            </a:extLst>
          </p:cNvPr>
          <p:cNvSpPr>
            <a:spLocks xmlns:a="http://schemas.openxmlformats.org/drawingml/2006/main" noGrp="1"/>
          </p:cNvSpPr>
          <p:nvPr/>
        </p:nvSpPr>
        <p:spPr>
          <a:xfrm xmlns:a="http://schemas.openxmlformats.org/drawingml/2006/main">
            <a:off x="628650" y="22288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로컬 컨트롤러에서 Root를 생성하고 화면에 붙인다. 종료 시 정리한다.</a:t>
            </a:r>
          </a:p>
        </p:txBody>
      </p:sp>
      <p:sp>
        <p:nvSpPr>
          <p:cNvPr id="6" name="">
            <a:extLst xmlns:a="http://schemas.openxmlformats.org/drawingml/2006/main">
              <a:ext uri="{FF2B5EF4-FFF2-40B4-BE49-F238E27FC236}">
                <a16:creationId xmlns:a16="http://schemas.microsoft.com/office/drawing/2014/main" id="{46C5E85C-7088-46F4-9E74-420C48BA437A}"/>
              </a:ext>
            </a:extLst>
          </p:cNvPr>
          <p:cNvSpPr>
            <a:spLocks xmlns:a="http://schemas.openxmlformats.org/drawingml/2006/main" noGrp="1"/>
          </p:cNvSpPr>
          <p:nvPr/>
        </p:nvSpPr>
        <p:spPr>
          <a:xfrm xmlns:a="http://schemas.openxmlformats.org/drawingml/2006/main">
            <a:off x="628650" y="28670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UFrontendUISubsystem</a:t>
            </a:r>
          </a:p>
        </p:txBody>
      </p:sp>
      <p:sp>
        <p:nvSpPr>
          <p:cNvPr id="7" name="">
            <a:extLst xmlns:a="http://schemas.openxmlformats.org/drawingml/2006/main">
              <a:ext uri="{FF2B5EF4-FFF2-40B4-BE49-F238E27FC236}">
                <a16:creationId xmlns:a16="http://schemas.microsoft.com/office/drawing/2014/main" id="{C8C722EC-E000-4D08-9320-D5E06570DEAE}"/>
              </a:ext>
            </a:extLst>
          </p:cNvPr>
          <p:cNvSpPr>
            <a:spLocks xmlns:a="http://schemas.openxmlformats.org/drawingml/2006/main" noGrp="1"/>
          </p:cNvSpPr>
          <p:nvPr/>
        </p:nvSpPr>
        <p:spPr>
          <a:xfrm xmlns:a="http://schemas.openxmlformats.org/drawingml/2006/main">
            <a:off x="628650" y="32575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현재 Root를 등록받고 PushMainScreen 요청을 전달한다.</a:t>
            </a:r>
          </a:p>
        </p:txBody>
      </p:sp>
      <p:sp>
        <p:nvSpPr>
          <p:cNvPr id="8" name="">
            <a:extLst xmlns:a="http://schemas.openxmlformats.org/drawingml/2006/main">
              <a:ext uri="{FF2B5EF4-FFF2-40B4-BE49-F238E27FC236}">
                <a16:creationId xmlns:a16="http://schemas.microsoft.com/office/drawing/2014/main" id="{A2CC66E4-852E-4848-8C61-24B02D87FBC5}"/>
              </a:ext>
            </a:extLst>
          </p:cNvPr>
          <p:cNvSpPr>
            <a:spLocks xmlns:a="http://schemas.openxmlformats.org/drawingml/2006/main" noGrp="1"/>
          </p:cNvSpPr>
          <p:nvPr/>
        </p:nvSpPr>
        <p:spPr>
          <a:xfrm xmlns:a="http://schemas.openxmlformats.org/drawingml/2006/main">
            <a:off x="628650" y="38957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UFrontendRootWidget</a:t>
            </a:r>
          </a:p>
        </p:txBody>
      </p:sp>
      <p:sp>
        <p:nvSpPr>
          <p:cNvPr id="9" name="">
            <a:extLst xmlns:a="http://schemas.openxmlformats.org/drawingml/2006/main">
              <a:ext uri="{FF2B5EF4-FFF2-40B4-BE49-F238E27FC236}">
                <a16:creationId xmlns:a16="http://schemas.microsoft.com/office/drawing/2014/main" id="{D44876FE-E47F-4028-9079-A838F8EE6044}"/>
              </a:ext>
            </a:extLst>
          </p:cNvPr>
          <p:cNvSpPr>
            <a:spLocks xmlns:a="http://schemas.openxmlformats.org/drawingml/2006/main" noGrp="1"/>
          </p:cNvSpPr>
          <p:nvPr/>
        </p:nvSpPr>
        <p:spPr>
          <a:xfrm xmlns:a="http://schemas.openxmlformats.org/drawingml/2006/main">
            <a:off x="628650" y="42862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MainStack을 보유하며 화면을 스택에 추가한다.</a:t>
            </a:r>
          </a:p>
        </p:txBody>
      </p:sp>
      <p:sp>
        <p:nvSpPr>
          <p:cNvPr id="10" name="">
            <a:extLst xmlns:a="http://schemas.openxmlformats.org/drawingml/2006/main">
              <a:ext uri="{FF2B5EF4-FFF2-40B4-BE49-F238E27FC236}">
                <a16:creationId xmlns:a16="http://schemas.microsoft.com/office/drawing/2014/main" id="{CD96FF54-6B49-482B-8231-3C2331921BD4}"/>
              </a:ext>
            </a:extLst>
          </p:cNvPr>
          <p:cNvSpPr>
            <a:spLocks xmlns:a="http://schemas.openxmlformats.org/drawingml/2006/main" noGrp="1"/>
          </p:cNvSpPr>
          <p:nvPr/>
        </p:nvSpPr>
        <p:spPr>
          <a:xfrm xmlns:a="http://schemas.openxmlformats.org/drawingml/2006/main">
            <a:off x="628650" y="49244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UFrontendActivatableWidget / UMainMenuScreen</a:t>
            </a:r>
          </a:p>
        </p:txBody>
      </p:sp>
      <p:sp>
        <p:nvSpPr>
          <p:cNvPr id="11" name="">
            <a:extLst xmlns:a="http://schemas.openxmlformats.org/drawingml/2006/main">
              <a:ext uri="{FF2B5EF4-FFF2-40B4-BE49-F238E27FC236}">
                <a16:creationId xmlns:a16="http://schemas.microsoft.com/office/drawing/2014/main" id="{5F9323FC-CBB8-4F0C-8C6A-3ADFE2BF44A6}"/>
              </a:ext>
            </a:extLst>
          </p:cNvPr>
          <p:cNvSpPr>
            <a:spLocks xmlns:a="http://schemas.openxmlformats.org/drawingml/2006/main" noGrp="1"/>
          </p:cNvSpPr>
          <p:nvPr/>
        </p:nvSpPr>
        <p:spPr>
          <a:xfrm xmlns:a="http://schemas.openxmlformats.org/drawingml/2006/main">
            <a:off x="628650" y="53149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공통 메뉴 입력 정책 / 시작 버튼과 로비 열기 로직.</a:t>
            </a:r>
          </a:p>
        </p:txBody>
      </p:sp>
    </p:spTree>
    <p:extLst>
      <p:ext uri="{BB962C8B-B14F-4D97-AF65-F5344CB8AC3E}">
        <p14:creationId xmlns:p14="http://schemas.microsoft.com/office/powerpoint/2010/main" val="309266526"/>
      </p:ext>
    </p:extLst>
  </p:cSld>
</p:sld>
</file>

<file path=ppt/slides/slide6.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72E16CB-667A-48B5-91E4-7C68A927C59A}"/>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5F7"/>
                </a:solidFill>
                <a:latin typeface="Noto Sans CJK KR"/>
                <a:ea typeface="Noto Sans CJK KR"/>
                <a:cs typeface="Noto Sans CJK KR"/>
              </a:defRPr>
            </a:pPr>
            <a:r>
              <a:rPr sz="3300" b="1">
                <a:solidFill>
                  <a:srgbClr val="F3F5F7"/>
                </a:solidFill>
                <a:latin typeface="Noto Sans CJK KR"/>
                <a:ea typeface="Noto Sans CJK KR"/>
                <a:cs typeface="Noto Sans CJK KR"/>
              </a:rPr>
              <a:t>C++ 폴더 구조</a:t>
            </a:r>
          </a:p>
        </p:txBody>
      </p:sp>
      <p:sp>
        <p:nvSpPr>
          <p:cNvPr id="2" name="">
            <a:extLst xmlns:a="http://schemas.openxmlformats.org/drawingml/2006/main">
              <a:ext uri="{FF2B5EF4-FFF2-40B4-BE49-F238E27FC236}">
                <a16:creationId xmlns:a16="http://schemas.microsoft.com/office/drawing/2014/main" id="{84EA69A6-A4EE-4872-B272-2ED9548EC608}"/>
              </a:ext>
            </a:extLst>
          </p:cNvPr>
          <p:cNvSpPr>
            <a:spLocks xmlns:a="http://schemas.openxmlformats.org/drawingml/2006/main" noGrp="1"/>
          </p:cNvSpPr>
          <p:nvPr/>
        </p:nvSpPr>
        <p:spPr>
          <a:xfrm xmlns:a="http://schemas.openxmlformats.org/drawingml/2006/main">
            <a:off x="628650" y="1190625"/>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FBDC9"/>
                </a:solidFill>
                <a:latin typeface="Noto Sans CJK KR"/>
                <a:ea typeface="Noto Sans CJK KR"/>
                <a:cs typeface="Noto Sans CJK KR"/>
              </a:defRPr>
            </a:pPr>
            <a:r>
              <a:rPr sz="1800" b="0">
                <a:solidFill>
                  <a:srgbClr val="AFBDC9"/>
                </a:solidFill>
                <a:latin typeface="Noto Sans CJK KR"/>
                <a:ea typeface="Noto Sans CJK KR"/>
                <a:cs typeface="Noto Sans CJK KR"/>
              </a:rPr>
              <a:t>기준 경로: Source/MechaFrameLink/</a:t>
            </a:r>
          </a:p>
        </p:txBody>
      </p:sp>
      <p:sp>
        <p:nvSpPr>
          <p:cNvPr id="3" name="">
            <a:extLst xmlns:a="http://schemas.openxmlformats.org/drawingml/2006/main">
              <a:ext uri="{FF2B5EF4-FFF2-40B4-BE49-F238E27FC236}">
                <a16:creationId xmlns:a16="http://schemas.microsoft.com/office/drawing/2014/main" id="{71CCB4AA-632D-4E6D-9240-F283B7121CB1}"/>
              </a:ext>
            </a:extLst>
          </p:cNvPr>
          <p:cNvSpPr>
            <a:spLocks xmlns:a="http://schemas.openxmlformats.org/drawingml/2006/main" noGrp="1"/>
          </p:cNvSpPr>
          <p:nvPr/>
        </p:nvSpPr>
        <p:spPr>
          <a:xfrm xmlns:a="http://schemas.openxmlformats.org/drawingml/2006/main">
            <a:off x="11049000" y="63341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FBDC9"/>
                </a:solidFill>
                <a:latin typeface="Noto Sans CJK KR"/>
                <a:ea typeface="Noto Sans CJK KR"/>
                <a:cs typeface="Noto Sans CJK KR"/>
              </a:defRPr>
            </a:pPr>
            <a:r>
              <a:rPr sz="1350" b="0">
                <a:solidFill>
                  <a:srgbClr val="AFBDC9"/>
                </a:solidFill>
                <a:latin typeface="Noto Sans CJK KR"/>
                <a:ea typeface="Noto Sans CJK KR"/>
                <a:cs typeface="Noto Sans CJK KR"/>
              </a:rPr>
              <a:t>06</a:t>
            </a:r>
          </a:p>
        </p:txBody>
      </p:sp>
      <p:sp>
        <p:nvSpPr>
          <p:cNvPr id="4" name="">
            <a:extLst xmlns:a="http://schemas.openxmlformats.org/drawingml/2006/main">
              <a:ext uri="{FF2B5EF4-FFF2-40B4-BE49-F238E27FC236}">
                <a16:creationId xmlns:a16="http://schemas.microsoft.com/office/drawing/2014/main" id="{84C5123F-3A31-4048-A75F-549A3B607783}"/>
              </a:ext>
            </a:extLst>
          </p:cNvPr>
          <p:cNvSpPr>
            <a:spLocks xmlns:a="http://schemas.openxmlformats.org/drawingml/2006/main" noGrp="1"/>
          </p:cNvSpPr>
          <p:nvPr/>
        </p:nvSpPr>
        <p:spPr>
          <a:xfrm xmlns:a="http://schemas.openxmlformats.org/drawingml/2006/main">
            <a:off x="628650" y="18383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Public/Framework/ · Private/Framework/</a:t>
            </a:r>
          </a:p>
        </p:txBody>
      </p:sp>
      <p:sp>
        <p:nvSpPr>
          <p:cNvPr id="5" name="">
            <a:extLst xmlns:a="http://schemas.openxmlformats.org/drawingml/2006/main">
              <a:ext uri="{FF2B5EF4-FFF2-40B4-BE49-F238E27FC236}">
                <a16:creationId xmlns:a16="http://schemas.microsoft.com/office/drawing/2014/main" id="{5E056B2E-C542-431A-8B40-10227228EC1F}"/>
              </a:ext>
            </a:extLst>
          </p:cNvPr>
          <p:cNvSpPr>
            <a:spLocks xmlns:a="http://schemas.openxmlformats.org/drawingml/2006/main" noGrp="1"/>
          </p:cNvSpPr>
          <p:nvPr/>
        </p:nvSpPr>
        <p:spPr>
          <a:xfrm xmlns:a="http://schemas.openxmlformats.org/drawingml/2006/main">
            <a:off x="628650" y="22288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FrontendPlayerController.h / FrontendPlayerController.cpp</a:t>
            </a:r>
          </a:p>
        </p:txBody>
      </p:sp>
      <p:sp>
        <p:nvSpPr>
          <p:cNvPr id="6" name="">
            <a:extLst xmlns:a="http://schemas.openxmlformats.org/drawingml/2006/main">
              <a:ext uri="{FF2B5EF4-FFF2-40B4-BE49-F238E27FC236}">
                <a16:creationId xmlns:a16="http://schemas.microsoft.com/office/drawing/2014/main" id="{D192CD61-FFF0-49FB-A522-EBB27E103844}"/>
              </a:ext>
            </a:extLst>
          </p:cNvPr>
          <p:cNvSpPr>
            <a:spLocks xmlns:a="http://schemas.openxmlformats.org/drawingml/2006/main" noGrp="1"/>
          </p:cNvSpPr>
          <p:nvPr/>
        </p:nvSpPr>
        <p:spPr>
          <a:xfrm xmlns:a="http://schemas.openxmlformats.org/drawingml/2006/main">
            <a:off x="628650" y="28670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Public/UI/Core/ · Private/UI/Core/</a:t>
            </a:r>
          </a:p>
        </p:txBody>
      </p:sp>
      <p:sp>
        <p:nvSpPr>
          <p:cNvPr id="7" name="">
            <a:extLst xmlns:a="http://schemas.openxmlformats.org/drawingml/2006/main">
              <a:ext uri="{FF2B5EF4-FFF2-40B4-BE49-F238E27FC236}">
                <a16:creationId xmlns:a16="http://schemas.microsoft.com/office/drawing/2014/main" id="{98054DFC-AE47-4FD5-89BC-5780DDC042B2}"/>
              </a:ext>
            </a:extLst>
          </p:cNvPr>
          <p:cNvSpPr>
            <a:spLocks xmlns:a="http://schemas.openxmlformats.org/drawingml/2006/main" noGrp="1"/>
          </p:cNvSpPr>
          <p:nvPr/>
        </p:nvSpPr>
        <p:spPr>
          <a:xfrm xmlns:a="http://schemas.openxmlformats.org/drawingml/2006/main">
            <a:off x="628650" y="32575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FrontendRootWidget, FrontendUISubsystem, FrontendActivatableWidget</a:t>
            </a:r>
          </a:p>
        </p:txBody>
      </p:sp>
      <p:sp>
        <p:nvSpPr>
          <p:cNvPr id="8" name="">
            <a:extLst xmlns:a="http://schemas.openxmlformats.org/drawingml/2006/main">
              <a:ext uri="{FF2B5EF4-FFF2-40B4-BE49-F238E27FC236}">
                <a16:creationId xmlns:a16="http://schemas.microsoft.com/office/drawing/2014/main" id="{34076D90-1F3F-4564-9701-A3915F2A3B84}"/>
              </a:ext>
            </a:extLst>
          </p:cNvPr>
          <p:cNvSpPr>
            <a:spLocks xmlns:a="http://schemas.openxmlformats.org/drawingml/2006/main" noGrp="1"/>
          </p:cNvSpPr>
          <p:nvPr/>
        </p:nvSpPr>
        <p:spPr>
          <a:xfrm xmlns:a="http://schemas.openxmlformats.org/drawingml/2006/main">
            <a:off x="628650" y="38957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Public/UI/MainMenu/ · Private/UI/MainMenu/</a:t>
            </a:r>
          </a:p>
        </p:txBody>
      </p:sp>
      <p:sp>
        <p:nvSpPr>
          <p:cNvPr id="9" name="">
            <a:extLst xmlns:a="http://schemas.openxmlformats.org/drawingml/2006/main">
              <a:ext uri="{FF2B5EF4-FFF2-40B4-BE49-F238E27FC236}">
                <a16:creationId xmlns:a16="http://schemas.microsoft.com/office/drawing/2014/main" id="{FF545ABD-841D-4E1D-8A49-34DC8020A0AB}"/>
              </a:ext>
            </a:extLst>
          </p:cNvPr>
          <p:cNvSpPr>
            <a:spLocks xmlns:a="http://schemas.openxmlformats.org/drawingml/2006/main" noGrp="1"/>
          </p:cNvSpPr>
          <p:nvPr/>
        </p:nvSpPr>
        <p:spPr>
          <a:xfrm xmlns:a="http://schemas.openxmlformats.org/drawingml/2006/main">
            <a:off x="628650" y="42862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MainMenuScreen.h / MainMenuScreen.cpp</a:t>
            </a:r>
          </a:p>
        </p:txBody>
      </p:sp>
      <p:sp>
        <p:nvSpPr>
          <p:cNvPr id="10" name="">
            <a:extLst xmlns:a="http://schemas.openxmlformats.org/drawingml/2006/main">
              <a:ext uri="{FF2B5EF4-FFF2-40B4-BE49-F238E27FC236}">
                <a16:creationId xmlns:a16="http://schemas.microsoft.com/office/drawing/2014/main" id="{ADA07566-294F-412B-B001-66DABE1719D1}"/>
              </a:ext>
            </a:extLst>
          </p:cNvPr>
          <p:cNvSpPr>
            <a:spLocks xmlns:a="http://schemas.openxmlformats.org/drawingml/2006/main" noGrp="1"/>
          </p:cNvSpPr>
          <p:nvPr/>
        </p:nvSpPr>
        <p:spPr>
          <a:xfrm xmlns:a="http://schemas.openxmlformats.org/drawingml/2006/main">
            <a:off x="628650" y="49244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모듈 루트</a:t>
            </a:r>
          </a:p>
        </p:txBody>
      </p:sp>
      <p:sp>
        <p:nvSpPr>
          <p:cNvPr id="11" name="">
            <a:extLst xmlns:a="http://schemas.openxmlformats.org/drawingml/2006/main">
              <a:ext uri="{FF2B5EF4-FFF2-40B4-BE49-F238E27FC236}">
                <a16:creationId xmlns:a16="http://schemas.microsoft.com/office/drawing/2014/main" id="{F18E426E-F84A-47AC-B1D7-D3D338949968}"/>
              </a:ext>
            </a:extLst>
          </p:cNvPr>
          <p:cNvSpPr>
            <a:spLocks xmlns:a="http://schemas.openxmlformats.org/drawingml/2006/main" noGrp="1"/>
          </p:cNvSpPr>
          <p:nvPr/>
        </p:nvSpPr>
        <p:spPr>
          <a:xfrm xmlns:a="http://schemas.openxmlformats.org/drawingml/2006/main">
            <a:off x="628650" y="53149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MechaFrameLink.Build.cs와 기존 모듈 진입 파일을 유지한다.</a:t>
            </a:r>
          </a:p>
        </p:txBody>
      </p:sp>
    </p:spTree>
    <p:extLst>
      <p:ext uri="{BB962C8B-B14F-4D97-AF65-F5344CB8AC3E}">
        <p14:creationId xmlns:p14="http://schemas.microsoft.com/office/powerpoint/2010/main" val="625631459"/>
      </p:ext>
    </p:extLst>
  </p:cSld>
</p:sld>
</file>

<file path=ppt/slides/slide7.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B5972E8-7AA8-4C63-A848-8A5AB0270884}"/>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5F7"/>
                </a:solidFill>
                <a:latin typeface="Noto Sans CJK KR"/>
                <a:ea typeface="Noto Sans CJK KR"/>
                <a:cs typeface="Noto Sans CJK KR"/>
              </a:defRPr>
            </a:pPr>
            <a:r>
              <a:rPr sz="3300" b="1">
                <a:solidFill>
                  <a:srgbClr val="F3F5F7"/>
                </a:solidFill>
                <a:latin typeface="Noto Sans CJK KR"/>
                <a:ea typeface="Noto Sans CJK KR"/>
                <a:cs typeface="Noto Sans CJK KR"/>
              </a:rPr>
              <a:t>헤더 경로와 UHT 규칙</a:t>
            </a:r>
          </a:p>
        </p:txBody>
      </p:sp>
      <p:sp>
        <p:nvSpPr>
          <p:cNvPr id="2" name="">
            <a:extLst xmlns:a="http://schemas.openxmlformats.org/drawingml/2006/main">
              <a:ext uri="{FF2B5EF4-FFF2-40B4-BE49-F238E27FC236}">
                <a16:creationId xmlns:a16="http://schemas.microsoft.com/office/drawing/2014/main" id="{FEC2A7EC-4AF8-4E85-BDF6-C96E1C92FE02}"/>
              </a:ext>
            </a:extLst>
          </p:cNvPr>
          <p:cNvSpPr>
            <a:spLocks xmlns:a="http://schemas.openxmlformats.org/drawingml/2006/main" noGrp="1"/>
          </p:cNvSpPr>
          <p:nvPr/>
        </p:nvSpPr>
        <p:spPr>
          <a:xfrm xmlns:a="http://schemas.openxmlformats.org/drawingml/2006/main">
            <a:off x="628650" y="1190625"/>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FBDC9"/>
                </a:solidFill>
                <a:latin typeface="Noto Sans CJK KR"/>
                <a:ea typeface="Noto Sans CJK KR"/>
                <a:cs typeface="Noto Sans CJK KR"/>
              </a:defRPr>
            </a:pPr>
            <a:r>
              <a:rPr sz="1800" b="0">
                <a:solidFill>
                  <a:srgbClr val="AFBDC9"/>
                </a:solidFill>
                <a:latin typeface="Noto Sans CJK KR"/>
                <a:ea typeface="Noto Sans CJK KR"/>
                <a:cs typeface="Noto Sans CJK KR"/>
              </a:rPr>
              <a:t>폴더 위치와 include 문자열이 일치해야 한다</a:t>
            </a:r>
          </a:p>
        </p:txBody>
      </p:sp>
      <p:sp>
        <p:nvSpPr>
          <p:cNvPr id="3" name="">
            <a:extLst xmlns:a="http://schemas.openxmlformats.org/drawingml/2006/main">
              <a:ext uri="{FF2B5EF4-FFF2-40B4-BE49-F238E27FC236}">
                <a16:creationId xmlns:a16="http://schemas.microsoft.com/office/drawing/2014/main" id="{5252B437-B4E7-47DD-980C-027B8DA7D3B5}"/>
              </a:ext>
            </a:extLst>
          </p:cNvPr>
          <p:cNvSpPr>
            <a:spLocks xmlns:a="http://schemas.openxmlformats.org/drawingml/2006/main" noGrp="1"/>
          </p:cNvSpPr>
          <p:nvPr/>
        </p:nvSpPr>
        <p:spPr>
          <a:xfrm xmlns:a="http://schemas.openxmlformats.org/drawingml/2006/main">
            <a:off x="11049000" y="63341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FBDC9"/>
                </a:solidFill>
                <a:latin typeface="Noto Sans CJK KR"/>
                <a:ea typeface="Noto Sans CJK KR"/>
                <a:cs typeface="Noto Sans CJK KR"/>
              </a:defRPr>
            </a:pPr>
            <a:r>
              <a:rPr sz="1350" b="0">
                <a:solidFill>
                  <a:srgbClr val="AFBDC9"/>
                </a:solidFill>
                <a:latin typeface="Noto Sans CJK KR"/>
                <a:ea typeface="Noto Sans CJK KR"/>
                <a:cs typeface="Noto Sans CJK KR"/>
              </a:rPr>
              <a:t>07</a:t>
            </a:r>
          </a:p>
        </p:txBody>
      </p:sp>
      <p:sp>
        <p:nvSpPr>
          <p:cNvPr id="4" name="">
            <a:extLst xmlns:a="http://schemas.openxmlformats.org/drawingml/2006/main">
              <a:ext uri="{FF2B5EF4-FFF2-40B4-BE49-F238E27FC236}">
                <a16:creationId xmlns:a16="http://schemas.microsoft.com/office/drawing/2014/main" id="{F002174C-1251-4F82-979A-17338CE70B0B}"/>
              </a:ext>
            </a:extLst>
          </p:cNvPr>
          <p:cNvSpPr>
            <a:spLocks xmlns:a="http://schemas.openxmlformats.org/drawingml/2006/main" noGrp="1"/>
          </p:cNvSpPr>
          <p:nvPr/>
        </p:nvSpPr>
        <p:spPr>
          <a:xfrm xmlns:a="http://schemas.openxmlformats.org/drawingml/2006/main">
            <a:off x="628650" y="1885950"/>
            <a:ext cx="109347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#include "Framework/FrontendPlayerController.h"</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#include "UI/Core/FrontendRootWidget.h"</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#include "UI/Core/FrontendUISubsystem.h"</a:t>
            </a:r>
          </a:p>
          <a:p xmlns:a="http://schemas.openxmlformats.org/drawingml/2006/main">
            <a:r>
              <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 FrontendRootWidget.h 내부에서 마지막 include</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#include "FrontendRootWidget.generated.h"</a:t>
            </a:r>
          </a:p>
        </p:txBody>
      </p:sp>
      <p:sp>
        <p:nvSpPr>
          <p:cNvPr id="5" name="">
            <a:extLst xmlns:a="http://schemas.openxmlformats.org/drawingml/2006/main">
              <a:ext uri="{FF2B5EF4-FFF2-40B4-BE49-F238E27FC236}">
                <a16:creationId xmlns:a16="http://schemas.microsoft.com/office/drawing/2014/main" id="{5DC68213-C01D-4FF8-A161-83B9EA9FEBF8}"/>
              </a:ext>
            </a:extLst>
          </p:cNvPr>
          <p:cNvSpPr>
            <a:spLocks xmlns:a="http://schemas.openxmlformats.org/drawingml/2006/main" noGrp="1"/>
          </p:cNvSpPr>
          <p:nvPr/>
        </p:nvSpPr>
        <p:spPr>
          <a:xfrm xmlns:a="http://schemas.openxmlformats.org/drawingml/2006/main">
            <a:off x="628650" y="5276850"/>
            <a:ext cx="10934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include에 Public/을 붙이지 않는다.</a:t>
            </a:r>
          </a:p>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Public/Private 폴더 구분은 C++의 public/private 접근 지정자와 별개다.</a:t>
            </a:r>
          </a:p>
        </p:txBody>
      </p:sp>
    </p:spTree>
    <p:extLst>
      <p:ext uri="{BB962C8B-B14F-4D97-AF65-F5344CB8AC3E}">
        <p14:creationId xmlns:p14="http://schemas.microsoft.com/office/powerpoint/2010/main" val="1330705648"/>
      </p:ext>
    </p:extLst>
  </p:cSld>
</p:sld>
</file>

<file path=ppt/slides/slide8.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9F014B0-C816-4437-8C78-FFDF087D1BFC}"/>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5F7"/>
                </a:solidFill>
                <a:latin typeface="Noto Sans CJK KR"/>
                <a:ea typeface="Noto Sans CJK KR"/>
                <a:cs typeface="Noto Sans CJK KR"/>
              </a:defRPr>
            </a:pPr>
            <a:r>
              <a:rPr sz="3300" b="1">
                <a:solidFill>
                  <a:srgbClr val="F3F5F7"/>
                </a:solidFill>
                <a:latin typeface="Noto Sans CJK KR"/>
                <a:ea typeface="Noto Sans CJK KR"/>
                <a:cs typeface="Noto Sans CJK KR"/>
              </a:rPr>
              <a:t>모듈 의존성</a:t>
            </a:r>
          </a:p>
        </p:txBody>
      </p:sp>
      <p:sp>
        <p:nvSpPr>
          <p:cNvPr id="2" name="">
            <a:extLst xmlns:a="http://schemas.openxmlformats.org/drawingml/2006/main">
              <a:ext uri="{FF2B5EF4-FFF2-40B4-BE49-F238E27FC236}">
                <a16:creationId xmlns:a16="http://schemas.microsoft.com/office/drawing/2014/main" id="{094BD82F-3689-4856-8F97-BB966EC7FF5E}"/>
              </a:ext>
            </a:extLst>
          </p:cNvPr>
          <p:cNvSpPr>
            <a:spLocks xmlns:a="http://schemas.openxmlformats.org/drawingml/2006/main" noGrp="1"/>
          </p:cNvSpPr>
          <p:nvPr/>
        </p:nvSpPr>
        <p:spPr>
          <a:xfrm xmlns:a="http://schemas.openxmlformats.org/drawingml/2006/main">
            <a:off x="628650" y="1190625"/>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FBDC9"/>
                </a:solidFill>
                <a:latin typeface="Noto Sans CJK KR"/>
                <a:ea typeface="Noto Sans CJK KR"/>
                <a:cs typeface="Noto Sans CJK KR"/>
              </a:defRPr>
            </a:pPr>
            <a:r>
              <a:rPr sz="1800" b="0">
                <a:solidFill>
                  <a:srgbClr val="AFBDC9"/>
                </a:solidFill>
                <a:latin typeface="Noto Sans CJK KR"/>
                <a:ea typeface="Noto Sans CJK KR"/>
                <a:cs typeface="Noto Sans CJK KR"/>
              </a:rPr>
              <a:t>MechaFrameLink.Build.cs</a:t>
            </a:r>
          </a:p>
        </p:txBody>
      </p:sp>
      <p:sp>
        <p:nvSpPr>
          <p:cNvPr id="3" name="">
            <a:extLst xmlns:a="http://schemas.openxmlformats.org/drawingml/2006/main">
              <a:ext uri="{FF2B5EF4-FFF2-40B4-BE49-F238E27FC236}">
                <a16:creationId xmlns:a16="http://schemas.microsoft.com/office/drawing/2014/main" id="{9FFB1619-5223-4A66-828E-5128EA43718D}"/>
              </a:ext>
            </a:extLst>
          </p:cNvPr>
          <p:cNvSpPr>
            <a:spLocks xmlns:a="http://schemas.openxmlformats.org/drawingml/2006/main" noGrp="1"/>
          </p:cNvSpPr>
          <p:nvPr/>
        </p:nvSpPr>
        <p:spPr>
          <a:xfrm xmlns:a="http://schemas.openxmlformats.org/drawingml/2006/main">
            <a:off x="11049000" y="63341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FBDC9"/>
                </a:solidFill>
                <a:latin typeface="Noto Sans CJK KR"/>
                <a:ea typeface="Noto Sans CJK KR"/>
                <a:cs typeface="Noto Sans CJK KR"/>
              </a:defRPr>
            </a:pPr>
            <a:r>
              <a:rPr sz="1350" b="0">
                <a:solidFill>
                  <a:srgbClr val="AFBDC9"/>
                </a:solidFill>
                <a:latin typeface="Noto Sans CJK KR"/>
                <a:ea typeface="Noto Sans CJK KR"/>
                <a:cs typeface="Noto Sans CJK KR"/>
              </a:rPr>
              <a:t>08</a:t>
            </a:r>
          </a:p>
        </p:txBody>
      </p:sp>
      <p:sp>
        <p:nvSpPr>
          <p:cNvPr id="4" name="">
            <a:extLst xmlns:a="http://schemas.openxmlformats.org/drawingml/2006/main">
              <a:ext uri="{FF2B5EF4-FFF2-40B4-BE49-F238E27FC236}">
                <a16:creationId xmlns:a16="http://schemas.microsoft.com/office/drawing/2014/main" id="{CC6A0DBF-5587-4A1E-A7CD-99DA9BD0D8F6}"/>
              </a:ext>
            </a:extLst>
          </p:cNvPr>
          <p:cNvSpPr>
            <a:spLocks xmlns:a="http://schemas.openxmlformats.org/drawingml/2006/main" noGrp="1"/>
          </p:cNvSpPr>
          <p:nvPr/>
        </p:nvSpPr>
        <p:spPr>
          <a:xfrm xmlns:a="http://schemas.openxmlformats.org/drawingml/2006/main">
            <a:off x="628650" y="1885950"/>
            <a:ext cx="109347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PublicDependencyModuleNames.AddRange(new string[]</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    "Core", "CoreUObject", "Engine", "InputCore",</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    "EnhancedInput", "UMG", "CommonUI", "ModelViewViewModel"</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a:t>
            </a:r>
          </a:p>
          <a:p xmlns:a="http://schemas.openxmlformats.org/drawingml/2006/main">
            <a:r>
              <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PrivateDependencyModuleNames.AddRange(new string[]</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 "Slate", "SlateCore" });</a:t>
            </a:r>
          </a:p>
        </p:txBody>
      </p:sp>
      <p:sp>
        <p:nvSpPr>
          <p:cNvPr id="5" name="">
            <a:extLst xmlns:a="http://schemas.openxmlformats.org/drawingml/2006/main">
              <a:ext uri="{FF2B5EF4-FFF2-40B4-BE49-F238E27FC236}">
                <a16:creationId xmlns:a16="http://schemas.microsoft.com/office/drawing/2014/main" id="{8DF6B455-5F64-441A-AC00-05CA23E15A7C}"/>
              </a:ext>
            </a:extLst>
          </p:cNvPr>
          <p:cNvSpPr>
            <a:spLocks xmlns:a="http://schemas.openxmlformats.org/drawingml/2006/main" noGrp="1"/>
          </p:cNvSpPr>
          <p:nvPr/>
        </p:nvSpPr>
        <p:spPr>
          <a:xfrm xmlns:a="http://schemas.openxmlformats.org/drawingml/2006/main">
            <a:off x="628650" y="5276850"/>
            <a:ext cx="10934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PCHUsage는 UseExplicitOrSharedPCHs를 유지한다.</a:t>
            </a:r>
          </a:p>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MVVM 모듈을 추가한 상태와 ViewModel을 구현한 상태는 다르다.</a:t>
            </a:r>
          </a:p>
        </p:txBody>
      </p:sp>
    </p:spTree>
    <p:extLst>
      <p:ext uri="{BB962C8B-B14F-4D97-AF65-F5344CB8AC3E}">
        <p14:creationId xmlns:p14="http://schemas.microsoft.com/office/powerpoint/2010/main" val="354168317"/>
      </p:ext>
    </p:extLst>
  </p:cSld>
</p:sld>
</file>

<file path=ppt/slides/slide9.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4B61DAE-313C-4AB6-A8BC-58ACA0CF72E0}"/>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5F7"/>
                </a:solidFill>
                <a:latin typeface="Noto Sans CJK KR"/>
                <a:ea typeface="Noto Sans CJK KR"/>
                <a:cs typeface="Noto Sans CJK KR"/>
              </a:defRPr>
            </a:pPr>
            <a:r>
              <a:rPr sz="3300" b="1">
                <a:solidFill>
                  <a:srgbClr val="F3F5F7"/>
                </a:solidFill>
                <a:latin typeface="Noto Sans CJK KR"/>
                <a:ea typeface="Noto Sans CJK KR"/>
                <a:cs typeface="Noto Sans CJK KR"/>
              </a:rPr>
              <a:t>콘텐츠 폴더와 에셋</a:t>
            </a:r>
          </a:p>
        </p:txBody>
      </p:sp>
      <p:sp>
        <p:nvSpPr>
          <p:cNvPr id="2" name="">
            <a:extLst xmlns:a="http://schemas.openxmlformats.org/drawingml/2006/main">
              <a:ext uri="{FF2B5EF4-FFF2-40B4-BE49-F238E27FC236}">
                <a16:creationId xmlns:a16="http://schemas.microsoft.com/office/drawing/2014/main" id="{5304FA44-C040-4DBA-822A-15502F90C005}"/>
              </a:ext>
            </a:extLst>
          </p:cNvPr>
          <p:cNvSpPr>
            <a:spLocks xmlns:a="http://schemas.openxmlformats.org/drawingml/2006/main" noGrp="1"/>
          </p:cNvSpPr>
          <p:nvPr/>
        </p:nvSpPr>
        <p:spPr>
          <a:xfrm xmlns:a="http://schemas.openxmlformats.org/drawingml/2006/main">
            <a:off x="628650" y="1190625"/>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FBDC9"/>
                </a:solidFill>
                <a:latin typeface="Noto Sans CJK KR"/>
                <a:ea typeface="Noto Sans CJK KR"/>
                <a:cs typeface="Noto Sans CJK KR"/>
              </a:defRPr>
            </a:pPr>
            <a:r>
              <a:rPr sz="1800" b="0">
                <a:solidFill>
                  <a:srgbClr val="AFBDC9"/>
                </a:solidFill>
                <a:latin typeface="Noto Sans CJK KR"/>
                <a:ea typeface="Noto Sans CJK KR"/>
                <a:cs typeface="Noto Sans CJK KR"/>
              </a:rPr>
              <a:t>기준 경로: Content/Frontend/</a:t>
            </a:r>
          </a:p>
        </p:txBody>
      </p:sp>
      <p:sp>
        <p:nvSpPr>
          <p:cNvPr id="3" name="">
            <a:extLst xmlns:a="http://schemas.openxmlformats.org/drawingml/2006/main">
              <a:ext uri="{FF2B5EF4-FFF2-40B4-BE49-F238E27FC236}">
                <a16:creationId xmlns:a16="http://schemas.microsoft.com/office/drawing/2014/main" id="{306F9D96-4934-42E6-B067-6914EB6CD52A}"/>
              </a:ext>
            </a:extLst>
          </p:cNvPr>
          <p:cNvSpPr>
            <a:spLocks xmlns:a="http://schemas.openxmlformats.org/drawingml/2006/main" noGrp="1"/>
          </p:cNvSpPr>
          <p:nvPr/>
        </p:nvSpPr>
        <p:spPr>
          <a:xfrm xmlns:a="http://schemas.openxmlformats.org/drawingml/2006/main">
            <a:off x="11049000" y="63341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FBDC9"/>
                </a:solidFill>
                <a:latin typeface="Noto Sans CJK KR"/>
                <a:ea typeface="Noto Sans CJK KR"/>
                <a:cs typeface="Noto Sans CJK KR"/>
              </a:defRPr>
            </a:pPr>
            <a:r>
              <a:rPr sz="1350" b="0">
                <a:solidFill>
                  <a:srgbClr val="AFBDC9"/>
                </a:solidFill>
                <a:latin typeface="Noto Sans CJK KR"/>
                <a:ea typeface="Noto Sans CJK KR"/>
                <a:cs typeface="Noto Sans CJK KR"/>
              </a:rPr>
              <a:t>09</a:t>
            </a:r>
          </a:p>
        </p:txBody>
      </p:sp>
      <p:sp>
        <p:nvSpPr>
          <p:cNvPr id="4" name="">
            <a:extLst xmlns:a="http://schemas.openxmlformats.org/drawingml/2006/main">
              <a:ext uri="{FF2B5EF4-FFF2-40B4-BE49-F238E27FC236}">
                <a16:creationId xmlns:a16="http://schemas.microsoft.com/office/drawing/2014/main" id="{CD627815-D06D-417C-ACF6-88F3D605E68D}"/>
              </a:ext>
            </a:extLst>
          </p:cNvPr>
          <p:cNvSpPr>
            <a:spLocks xmlns:a="http://schemas.openxmlformats.org/drawingml/2006/main" noGrp="1"/>
          </p:cNvSpPr>
          <p:nvPr/>
        </p:nvSpPr>
        <p:spPr>
          <a:xfrm xmlns:a="http://schemas.openxmlformats.org/drawingml/2006/main">
            <a:off x="628650" y="18383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Maps/ · Framework/</a:t>
            </a:r>
          </a:p>
        </p:txBody>
      </p:sp>
      <p:sp>
        <p:nvSpPr>
          <p:cNvPr id="5" name="">
            <a:extLst xmlns:a="http://schemas.openxmlformats.org/drawingml/2006/main">
              <a:ext uri="{FF2B5EF4-FFF2-40B4-BE49-F238E27FC236}">
                <a16:creationId xmlns:a16="http://schemas.microsoft.com/office/drawing/2014/main" id="{8AB68DC0-F286-460D-827F-B64182C5AA59}"/>
              </a:ext>
            </a:extLst>
          </p:cNvPr>
          <p:cNvSpPr>
            <a:spLocks xmlns:a="http://schemas.openxmlformats.org/drawingml/2006/main" noGrp="1"/>
          </p:cNvSpPr>
          <p:nvPr/>
        </p:nvSpPr>
        <p:spPr>
          <a:xfrm xmlns:a="http://schemas.openxmlformats.org/drawingml/2006/main">
            <a:off x="628650" y="22288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L_Frontend, BP_FrontendGameMode, BP_FrontendPlayerController</a:t>
            </a:r>
          </a:p>
        </p:txBody>
      </p:sp>
      <p:sp>
        <p:nvSpPr>
          <p:cNvPr id="6" name="">
            <a:extLst xmlns:a="http://schemas.openxmlformats.org/drawingml/2006/main">
              <a:ext uri="{FF2B5EF4-FFF2-40B4-BE49-F238E27FC236}">
                <a16:creationId xmlns:a16="http://schemas.microsoft.com/office/drawing/2014/main" id="{E7843CCD-EA48-4008-82ED-27EC6E778AE4}"/>
              </a:ext>
            </a:extLst>
          </p:cNvPr>
          <p:cNvSpPr>
            <a:spLocks xmlns:a="http://schemas.openxmlformats.org/drawingml/2006/main" noGrp="1"/>
          </p:cNvSpPr>
          <p:nvPr/>
        </p:nvSpPr>
        <p:spPr>
          <a:xfrm xmlns:a="http://schemas.openxmlformats.org/drawingml/2006/main">
            <a:off x="628650" y="28670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UI/Core/ · UI/MainMenu/ · UI/Lobby/</a:t>
            </a:r>
          </a:p>
        </p:txBody>
      </p:sp>
      <p:sp>
        <p:nvSpPr>
          <p:cNvPr id="7" name="">
            <a:extLst xmlns:a="http://schemas.openxmlformats.org/drawingml/2006/main">
              <a:ext uri="{FF2B5EF4-FFF2-40B4-BE49-F238E27FC236}">
                <a16:creationId xmlns:a16="http://schemas.microsoft.com/office/drawing/2014/main" id="{1174EA5B-38B5-418A-8412-D25D947DD812}"/>
              </a:ext>
            </a:extLst>
          </p:cNvPr>
          <p:cNvSpPr>
            <a:spLocks xmlns:a="http://schemas.openxmlformats.org/drawingml/2006/main" noGrp="1"/>
          </p:cNvSpPr>
          <p:nvPr/>
        </p:nvSpPr>
        <p:spPr>
          <a:xfrm xmlns:a="http://schemas.openxmlformats.org/drawingml/2006/main">
            <a:off x="628650" y="32575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WBP_FrontendRoot, WBP_MainMenu, WBP_Lobby</a:t>
            </a:r>
          </a:p>
        </p:txBody>
      </p:sp>
      <p:sp>
        <p:nvSpPr>
          <p:cNvPr id="8" name="">
            <a:extLst xmlns:a="http://schemas.openxmlformats.org/drawingml/2006/main">
              <a:ext uri="{FF2B5EF4-FFF2-40B4-BE49-F238E27FC236}">
                <a16:creationId xmlns:a16="http://schemas.microsoft.com/office/drawing/2014/main" id="{154211A1-51EC-48F5-BC82-E19F6CB265C8}"/>
              </a:ext>
            </a:extLst>
          </p:cNvPr>
          <p:cNvSpPr>
            <a:spLocks xmlns:a="http://schemas.openxmlformats.org/drawingml/2006/main" noGrp="1"/>
          </p:cNvSpPr>
          <p:nvPr/>
        </p:nvSpPr>
        <p:spPr>
          <a:xfrm xmlns:a="http://schemas.openxmlformats.org/drawingml/2006/main">
            <a:off x="628650" y="38957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UI/Common/ · UI/Styles/</a:t>
            </a:r>
          </a:p>
        </p:txBody>
      </p:sp>
      <p:sp>
        <p:nvSpPr>
          <p:cNvPr id="9" name="">
            <a:extLst xmlns:a="http://schemas.openxmlformats.org/drawingml/2006/main">
              <a:ext uri="{FF2B5EF4-FFF2-40B4-BE49-F238E27FC236}">
                <a16:creationId xmlns:a16="http://schemas.microsoft.com/office/drawing/2014/main" id="{95EF0BE9-E4A5-4770-BE8A-74D3420A8C52}"/>
              </a:ext>
            </a:extLst>
          </p:cNvPr>
          <p:cNvSpPr>
            <a:spLocks xmlns:a="http://schemas.openxmlformats.org/drawingml/2006/main" noGrp="1"/>
          </p:cNvSpPr>
          <p:nvPr/>
        </p:nvSpPr>
        <p:spPr>
          <a:xfrm xmlns:a="http://schemas.openxmlformats.org/drawingml/2006/main">
            <a:off x="628650" y="42862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WBP_Button, BP_ButtonStyle_Default</a:t>
            </a:r>
          </a:p>
        </p:txBody>
      </p:sp>
      <p:sp>
        <p:nvSpPr>
          <p:cNvPr id="10" name="">
            <a:extLst xmlns:a="http://schemas.openxmlformats.org/drawingml/2006/main">
              <a:ext uri="{FF2B5EF4-FFF2-40B4-BE49-F238E27FC236}">
                <a16:creationId xmlns:a16="http://schemas.microsoft.com/office/drawing/2014/main" id="{B69EC6EC-E6AD-4402-B4B2-94CD76F601FB}"/>
              </a:ext>
            </a:extLst>
          </p:cNvPr>
          <p:cNvSpPr>
            <a:spLocks xmlns:a="http://schemas.openxmlformats.org/drawingml/2006/main" noGrp="1"/>
          </p:cNvSpPr>
          <p:nvPr/>
        </p:nvSpPr>
        <p:spPr>
          <a:xfrm xmlns:a="http://schemas.openxmlformats.org/drawingml/2006/main">
            <a:off x="628650" y="49244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UI/Input/</a:t>
            </a:r>
          </a:p>
        </p:txBody>
      </p:sp>
      <p:sp>
        <p:nvSpPr>
          <p:cNvPr id="11" name="">
            <a:extLst xmlns:a="http://schemas.openxmlformats.org/drawingml/2006/main">
              <a:ext uri="{FF2B5EF4-FFF2-40B4-BE49-F238E27FC236}">
                <a16:creationId xmlns:a16="http://schemas.microsoft.com/office/drawing/2014/main" id="{BC5C0372-D42A-4914-9D69-CA7F1E11BF66}"/>
              </a:ext>
            </a:extLst>
          </p:cNvPr>
          <p:cNvSpPr>
            <a:spLocks xmlns:a="http://schemas.openxmlformats.org/drawingml/2006/main" noGrp="1"/>
          </p:cNvSpPr>
          <p:nvPr/>
        </p:nvSpPr>
        <p:spPr>
          <a:xfrm xmlns:a="http://schemas.openxmlformats.org/drawingml/2006/main">
            <a:off x="628650" y="53149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DT_UIInputActions, BP_FrontendInputData</a:t>
            </a:r>
          </a:p>
        </p:txBody>
      </p:sp>
    </p:spTree>
    <p:extLst>
      <p:ext uri="{BB962C8B-B14F-4D97-AF65-F5344CB8AC3E}">
        <p14:creationId xmlns:p14="http://schemas.microsoft.com/office/powerpoint/2010/main" val="985985472"/>
      </p:ext>
    </p:extLst>
  </p:cSld>
</p:sld>
</file>

<file path=ppt/slides/slide10.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0CF676C-B597-4D49-96B8-9ECC2CC9846D}"/>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5F7"/>
                </a:solidFill>
                <a:latin typeface="Noto Sans CJK KR"/>
                <a:ea typeface="Noto Sans CJK KR"/>
                <a:cs typeface="Noto Sans CJK KR"/>
              </a:defRPr>
            </a:pPr>
            <a:r>
              <a:rPr sz="3300" b="1">
                <a:solidFill>
                  <a:srgbClr val="F3F5F7"/>
                </a:solidFill>
                <a:latin typeface="Noto Sans CJK KR"/>
                <a:ea typeface="Noto Sans CJK KR"/>
                <a:cs typeface="Noto Sans CJK KR"/>
              </a:rPr>
              <a:t>에디터의 클래스 연결</a:t>
            </a:r>
          </a:p>
        </p:txBody>
      </p:sp>
      <p:sp>
        <p:nvSpPr>
          <p:cNvPr id="2" name="">
            <a:extLst xmlns:a="http://schemas.openxmlformats.org/drawingml/2006/main">
              <a:ext uri="{FF2B5EF4-FFF2-40B4-BE49-F238E27FC236}">
                <a16:creationId xmlns:a16="http://schemas.microsoft.com/office/drawing/2014/main" id="{2B76BA26-D6D0-47B5-9F79-37844D1CA08C}"/>
              </a:ext>
            </a:extLst>
          </p:cNvPr>
          <p:cNvSpPr>
            <a:spLocks xmlns:a="http://schemas.openxmlformats.org/drawingml/2006/main" noGrp="1"/>
          </p:cNvSpPr>
          <p:nvPr/>
        </p:nvSpPr>
        <p:spPr>
          <a:xfrm xmlns:a="http://schemas.openxmlformats.org/drawingml/2006/main">
            <a:off x="628650" y="1190625"/>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FBDC9"/>
                </a:solidFill>
                <a:latin typeface="Noto Sans CJK KR"/>
                <a:ea typeface="Noto Sans CJK KR"/>
                <a:cs typeface="Noto Sans CJK KR"/>
              </a:defRPr>
            </a:pPr>
            <a:r>
              <a:rPr sz="1800" b="0">
                <a:solidFill>
                  <a:srgbClr val="AFBDC9"/>
                </a:solidFill>
                <a:latin typeface="Noto Sans CJK KR"/>
                <a:ea typeface="Noto Sans CJK KR"/>
                <a:cs typeface="Noto Sans CJK KR"/>
              </a:rPr>
              <a:t>코드가 빌드되어도 이 연결이 빠지면 화면이 나오지 않는다</a:t>
            </a:r>
          </a:p>
        </p:txBody>
      </p:sp>
      <p:sp>
        <p:nvSpPr>
          <p:cNvPr id="3" name="">
            <a:extLst xmlns:a="http://schemas.openxmlformats.org/drawingml/2006/main">
              <a:ext uri="{FF2B5EF4-FFF2-40B4-BE49-F238E27FC236}">
                <a16:creationId xmlns:a16="http://schemas.microsoft.com/office/drawing/2014/main" id="{EDBA2991-B6D9-4AAD-A457-ED27AF60C92F}"/>
              </a:ext>
            </a:extLst>
          </p:cNvPr>
          <p:cNvSpPr>
            <a:spLocks xmlns:a="http://schemas.openxmlformats.org/drawingml/2006/main" noGrp="1"/>
          </p:cNvSpPr>
          <p:nvPr/>
        </p:nvSpPr>
        <p:spPr>
          <a:xfrm xmlns:a="http://schemas.openxmlformats.org/drawingml/2006/main">
            <a:off x="11049000" y="63341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FBDC9"/>
                </a:solidFill>
                <a:latin typeface="Noto Sans CJK KR"/>
                <a:ea typeface="Noto Sans CJK KR"/>
                <a:cs typeface="Noto Sans CJK KR"/>
              </a:defRPr>
            </a:pPr>
            <a:r>
              <a:rPr sz="1350" b="0">
                <a:solidFill>
                  <a:srgbClr val="AFBDC9"/>
                </a:solidFill>
                <a:latin typeface="Noto Sans CJK KR"/>
                <a:ea typeface="Noto Sans CJK KR"/>
                <a:cs typeface="Noto Sans CJK KR"/>
              </a:rPr>
              <a:t>10</a:t>
            </a:r>
          </a:p>
        </p:txBody>
      </p:sp>
      <p:sp>
        <p:nvSpPr>
          <p:cNvPr id="4" name="">
            <a:extLst xmlns:a="http://schemas.openxmlformats.org/drawingml/2006/main">
              <a:ext uri="{FF2B5EF4-FFF2-40B4-BE49-F238E27FC236}">
                <a16:creationId xmlns:a16="http://schemas.microsoft.com/office/drawing/2014/main" id="{42A0FC02-E6B2-4725-88E4-75ACE6120884}"/>
              </a:ext>
            </a:extLst>
          </p:cNvPr>
          <p:cNvSpPr>
            <a:spLocks xmlns:a="http://schemas.openxmlformats.org/drawingml/2006/main" noGrp="1"/>
          </p:cNvSpPr>
          <p:nvPr/>
        </p:nvSpPr>
        <p:spPr>
          <a:xfrm xmlns:a="http://schemas.openxmlformats.org/drawingml/2006/main">
            <a:off x="628650" y="18383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L_Frontend</a:t>
            </a:r>
          </a:p>
        </p:txBody>
      </p:sp>
      <p:sp>
        <p:nvSpPr>
          <p:cNvPr id="5" name="">
            <a:extLst xmlns:a="http://schemas.openxmlformats.org/drawingml/2006/main">
              <a:ext uri="{FF2B5EF4-FFF2-40B4-BE49-F238E27FC236}">
                <a16:creationId xmlns:a16="http://schemas.microsoft.com/office/drawing/2014/main" id="{E8C63039-4A2E-4767-9A26-562259E6FE4D}"/>
              </a:ext>
            </a:extLst>
          </p:cNvPr>
          <p:cNvSpPr>
            <a:spLocks xmlns:a="http://schemas.openxmlformats.org/drawingml/2006/main" noGrp="1"/>
          </p:cNvSpPr>
          <p:nvPr/>
        </p:nvSpPr>
        <p:spPr>
          <a:xfrm xmlns:a="http://schemas.openxmlformats.org/drawingml/2006/main">
            <a:off x="628650" y="22288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GameMode Override = BP_FrontendGameMode</a:t>
            </a:r>
          </a:p>
        </p:txBody>
      </p:sp>
      <p:sp>
        <p:nvSpPr>
          <p:cNvPr id="6" name="">
            <a:extLst xmlns:a="http://schemas.openxmlformats.org/drawingml/2006/main">
              <a:ext uri="{FF2B5EF4-FFF2-40B4-BE49-F238E27FC236}">
                <a16:creationId xmlns:a16="http://schemas.microsoft.com/office/drawing/2014/main" id="{0E223B6F-666C-4C76-9EF3-C8DB6F74CBEB}"/>
              </a:ext>
            </a:extLst>
          </p:cNvPr>
          <p:cNvSpPr>
            <a:spLocks xmlns:a="http://schemas.openxmlformats.org/drawingml/2006/main" noGrp="1"/>
          </p:cNvSpPr>
          <p:nvPr/>
        </p:nvSpPr>
        <p:spPr>
          <a:xfrm xmlns:a="http://schemas.openxmlformats.org/drawingml/2006/main">
            <a:off x="628650" y="28670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BP_FrontendGameMode</a:t>
            </a:r>
          </a:p>
        </p:txBody>
      </p:sp>
      <p:sp>
        <p:nvSpPr>
          <p:cNvPr id="7" name="">
            <a:extLst xmlns:a="http://schemas.openxmlformats.org/drawingml/2006/main">
              <a:ext uri="{FF2B5EF4-FFF2-40B4-BE49-F238E27FC236}">
                <a16:creationId xmlns:a16="http://schemas.microsoft.com/office/drawing/2014/main" id="{3ACEA89D-1C77-4097-9C25-C1CD2995E001}"/>
              </a:ext>
            </a:extLst>
          </p:cNvPr>
          <p:cNvSpPr>
            <a:spLocks xmlns:a="http://schemas.openxmlformats.org/drawingml/2006/main" noGrp="1"/>
          </p:cNvSpPr>
          <p:nvPr/>
        </p:nvSpPr>
        <p:spPr>
          <a:xfrm xmlns:a="http://schemas.openxmlformats.org/drawingml/2006/main">
            <a:off x="628650" y="32575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Player Controller Class = BP_FrontendPlayerController, Pawn = None</a:t>
            </a:r>
          </a:p>
        </p:txBody>
      </p:sp>
      <p:sp>
        <p:nvSpPr>
          <p:cNvPr id="8" name="">
            <a:extLst xmlns:a="http://schemas.openxmlformats.org/drawingml/2006/main">
              <a:ext uri="{FF2B5EF4-FFF2-40B4-BE49-F238E27FC236}">
                <a16:creationId xmlns:a16="http://schemas.microsoft.com/office/drawing/2014/main" id="{C86215D9-75CF-4828-B1E2-381F88A2453E}"/>
              </a:ext>
            </a:extLst>
          </p:cNvPr>
          <p:cNvSpPr>
            <a:spLocks xmlns:a="http://schemas.openxmlformats.org/drawingml/2006/main" noGrp="1"/>
          </p:cNvSpPr>
          <p:nvPr/>
        </p:nvSpPr>
        <p:spPr>
          <a:xfrm xmlns:a="http://schemas.openxmlformats.org/drawingml/2006/main">
            <a:off x="628650" y="38957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BP_FrontendPlayerController</a:t>
            </a:r>
          </a:p>
        </p:txBody>
      </p:sp>
      <p:sp>
        <p:nvSpPr>
          <p:cNvPr id="9" name="">
            <a:extLst xmlns:a="http://schemas.openxmlformats.org/drawingml/2006/main">
              <a:ext uri="{FF2B5EF4-FFF2-40B4-BE49-F238E27FC236}">
                <a16:creationId xmlns:a16="http://schemas.microsoft.com/office/drawing/2014/main" id="{C0D40A4A-7009-4EC0-B154-B303238870B4}"/>
              </a:ext>
            </a:extLst>
          </p:cNvPr>
          <p:cNvSpPr>
            <a:spLocks xmlns:a="http://schemas.openxmlformats.org/drawingml/2006/main" noGrp="1"/>
          </p:cNvSpPr>
          <p:nvPr/>
        </p:nvSpPr>
        <p:spPr>
          <a:xfrm xmlns:a="http://schemas.openxmlformats.org/drawingml/2006/main">
            <a:off x="628650" y="42862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FrontendRootWidgetClass = WBP_FrontendRoot</a:t>
            </a:r>
          </a:p>
        </p:txBody>
      </p:sp>
      <p:sp>
        <p:nvSpPr>
          <p:cNvPr id="10" name="">
            <a:extLst xmlns:a="http://schemas.openxmlformats.org/drawingml/2006/main">
              <a:ext uri="{FF2B5EF4-FFF2-40B4-BE49-F238E27FC236}">
                <a16:creationId xmlns:a16="http://schemas.microsoft.com/office/drawing/2014/main" id="{EB90374B-F7A0-4F27-AAB0-FF7EAA0AEFAF}"/>
              </a:ext>
            </a:extLst>
          </p:cNvPr>
          <p:cNvSpPr>
            <a:spLocks xmlns:a="http://schemas.openxmlformats.org/drawingml/2006/main" noGrp="1"/>
          </p:cNvSpPr>
          <p:nvPr/>
        </p:nvSpPr>
        <p:spPr>
          <a:xfrm xmlns:a="http://schemas.openxmlformats.org/drawingml/2006/main">
            <a:off x="628650" y="49244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프로젝트 설정</a:t>
            </a:r>
          </a:p>
        </p:txBody>
      </p:sp>
      <p:sp>
        <p:nvSpPr>
          <p:cNvPr id="11" name="">
            <a:extLst xmlns:a="http://schemas.openxmlformats.org/drawingml/2006/main">
              <a:ext uri="{FF2B5EF4-FFF2-40B4-BE49-F238E27FC236}">
                <a16:creationId xmlns:a16="http://schemas.microsoft.com/office/drawing/2014/main" id="{32CC77ED-DBC5-47CE-8398-6F9D79C9EBE5}"/>
              </a:ext>
            </a:extLst>
          </p:cNvPr>
          <p:cNvSpPr>
            <a:spLocks xmlns:a="http://schemas.openxmlformats.org/drawingml/2006/main" noGrp="1"/>
          </p:cNvSpPr>
          <p:nvPr/>
        </p:nvSpPr>
        <p:spPr>
          <a:xfrm xmlns:a="http://schemas.openxmlformats.org/drawingml/2006/main">
            <a:off x="628650" y="53149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Game Viewport Client Class = CommonGameViewportClient</a:t>
            </a:r>
          </a:p>
        </p:txBody>
      </p:sp>
    </p:spTree>
    <p:extLst>
      <p:ext uri="{BB962C8B-B14F-4D97-AF65-F5344CB8AC3E}">
        <p14:creationId xmlns:p14="http://schemas.microsoft.com/office/powerpoint/2010/main" val="1811311495"/>
      </p:ext>
    </p:extLst>
  </p:cSld>
</p:sld>
</file>

<file path=ppt/slides/slide11.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1737282-06FF-48A4-8C63-900C87277B27}"/>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5F7"/>
                </a:solidFill>
                <a:latin typeface="Noto Sans CJK KR"/>
                <a:ea typeface="Noto Sans CJK KR"/>
                <a:cs typeface="Noto Sans CJK KR"/>
              </a:defRPr>
            </a:pPr>
            <a:r>
              <a:rPr sz="3300" b="1">
                <a:solidFill>
                  <a:srgbClr val="F3F5F7"/>
                </a:solidFill>
                <a:latin typeface="Noto Sans CJK KR"/>
                <a:ea typeface="Noto Sans CJK KR"/>
                <a:cs typeface="Noto Sans CJK KR"/>
              </a:rPr>
              <a:t>Root와 MainStack</a:t>
            </a:r>
          </a:p>
        </p:txBody>
      </p:sp>
      <p:sp>
        <p:nvSpPr>
          <p:cNvPr id="2" name="">
            <a:extLst xmlns:a="http://schemas.openxmlformats.org/drawingml/2006/main">
              <a:ext uri="{FF2B5EF4-FFF2-40B4-BE49-F238E27FC236}">
                <a16:creationId xmlns:a16="http://schemas.microsoft.com/office/drawing/2014/main" id="{02EA3728-B31A-417C-8AE1-3592BA9D743D}"/>
              </a:ext>
            </a:extLst>
          </p:cNvPr>
          <p:cNvSpPr>
            <a:spLocks xmlns:a="http://schemas.openxmlformats.org/drawingml/2006/main" noGrp="1"/>
          </p:cNvSpPr>
          <p:nvPr/>
        </p:nvSpPr>
        <p:spPr>
          <a:xfrm xmlns:a="http://schemas.openxmlformats.org/drawingml/2006/main">
            <a:off x="628650" y="1190625"/>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FBDC9"/>
                </a:solidFill>
                <a:latin typeface="Noto Sans CJK KR"/>
                <a:ea typeface="Noto Sans CJK KR"/>
                <a:cs typeface="Noto Sans CJK KR"/>
              </a:defRPr>
            </a:pPr>
            <a:r>
              <a:rPr sz="1800" b="0">
                <a:solidFill>
                  <a:srgbClr val="AFBDC9"/>
                </a:solidFill>
                <a:latin typeface="Noto Sans CJK KR"/>
                <a:ea typeface="Noto Sans CJK KR"/>
                <a:cs typeface="Noto Sans CJK KR"/>
              </a:rPr>
              <a:t>Root는 화면 전체의 컨테이너다</a:t>
            </a:r>
          </a:p>
        </p:txBody>
      </p:sp>
      <p:sp>
        <p:nvSpPr>
          <p:cNvPr id="3" name="">
            <a:extLst xmlns:a="http://schemas.openxmlformats.org/drawingml/2006/main">
              <a:ext uri="{FF2B5EF4-FFF2-40B4-BE49-F238E27FC236}">
                <a16:creationId xmlns:a16="http://schemas.microsoft.com/office/drawing/2014/main" id="{3E6F7BC7-18CB-47C7-9DE4-B157CA8A715E}"/>
              </a:ext>
            </a:extLst>
          </p:cNvPr>
          <p:cNvSpPr>
            <a:spLocks xmlns:a="http://schemas.openxmlformats.org/drawingml/2006/main" noGrp="1"/>
          </p:cNvSpPr>
          <p:nvPr/>
        </p:nvSpPr>
        <p:spPr>
          <a:xfrm xmlns:a="http://schemas.openxmlformats.org/drawingml/2006/main">
            <a:off x="11049000" y="63341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FBDC9"/>
                </a:solidFill>
                <a:latin typeface="Noto Sans CJK KR"/>
                <a:ea typeface="Noto Sans CJK KR"/>
                <a:cs typeface="Noto Sans CJK KR"/>
              </a:defRPr>
            </a:pPr>
            <a:r>
              <a:rPr sz="1350" b="0">
                <a:solidFill>
                  <a:srgbClr val="AFBDC9"/>
                </a:solidFill>
                <a:latin typeface="Noto Sans CJK KR"/>
                <a:ea typeface="Noto Sans CJK KR"/>
                <a:cs typeface="Noto Sans CJK KR"/>
              </a:rPr>
              <a:t>11</a:t>
            </a:r>
          </a:p>
        </p:txBody>
      </p:sp>
      <p:sp>
        <p:nvSpPr>
          <p:cNvPr id="4" name="">
            <a:extLst xmlns:a="http://schemas.openxmlformats.org/drawingml/2006/main">
              <a:ext uri="{FF2B5EF4-FFF2-40B4-BE49-F238E27FC236}">
                <a16:creationId xmlns:a16="http://schemas.microsoft.com/office/drawing/2014/main" id="{1A69171D-6247-4825-8E68-C31A9A1B3CCA}"/>
              </a:ext>
            </a:extLst>
          </p:cNvPr>
          <p:cNvSpPr>
            <a:spLocks xmlns:a="http://schemas.openxmlformats.org/drawingml/2006/main" noGrp="1"/>
          </p:cNvSpPr>
          <p:nvPr/>
        </p:nvSpPr>
        <p:spPr>
          <a:xfrm xmlns:a="http://schemas.openxmlformats.org/drawingml/2006/main">
            <a:off x="628650" y="18383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WBP_FrontendRoot</a:t>
            </a:r>
          </a:p>
        </p:txBody>
      </p:sp>
      <p:sp>
        <p:nvSpPr>
          <p:cNvPr id="5" name="">
            <a:extLst xmlns:a="http://schemas.openxmlformats.org/drawingml/2006/main">
              <a:ext uri="{FF2B5EF4-FFF2-40B4-BE49-F238E27FC236}">
                <a16:creationId xmlns:a16="http://schemas.microsoft.com/office/drawing/2014/main" id="{538AA917-3338-41F7-97EF-6021347DE906}"/>
              </a:ext>
            </a:extLst>
          </p:cNvPr>
          <p:cNvSpPr>
            <a:spLocks xmlns:a="http://schemas.openxmlformats.org/drawingml/2006/main" noGrp="1"/>
          </p:cNvSpPr>
          <p:nvPr/>
        </p:nvSpPr>
        <p:spPr>
          <a:xfrm xmlns:a="http://schemas.openxmlformats.org/drawingml/2006/main">
            <a:off x="628650" y="22288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부모 클래스 = UFrontendRootWidget</a:t>
            </a:r>
          </a:p>
        </p:txBody>
      </p:sp>
      <p:sp>
        <p:nvSpPr>
          <p:cNvPr id="6" name="">
            <a:extLst xmlns:a="http://schemas.openxmlformats.org/drawingml/2006/main">
              <a:ext uri="{FF2B5EF4-FFF2-40B4-BE49-F238E27FC236}">
                <a16:creationId xmlns:a16="http://schemas.microsoft.com/office/drawing/2014/main" id="{96D562A3-0656-4666-808D-129D93E6F7BF}"/>
              </a:ext>
            </a:extLst>
          </p:cNvPr>
          <p:cNvSpPr>
            <a:spLocks xmlns:a="http://schemas.openxmlformats.org/drawingml/2006/main" noGrp="1"/>
          </p:cNvSpPr>
          <p:nvPr/>
        </p:nvSpPr>
        <p:spPr>
          <a:xfrm xmlns:a="http://schemas.openxmlformats.org/drawingml/2006/main">
            <a:off x="628650" y="28670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위젯 계층</a:t>
            </a:r>
          </a:p>
        </p:txBody>
      </p:sp>
      <p:sp>
        <p:nvSpPr>
          <p:cNvPr id="7" name="">
            <a:extLst xmlns:a="http://schemas.openxmlformats.org/drawingml/2006/main">
              <a:ext uri="{FF2B5EF4-FFF2-40B4-BE49-F238E27FC236}">
                <a16:creationId xmlns:a16="http://schemas.microsoft.com/office/drawing/2014/main" id="{0D0F1E4D-8240-4BF3-BE65-759E9A4085FA}"/>
              </a:ext>
            </a:extLst>
          </p:cNvPr>
          <p:cNvSpPr>
            <a:spLocks xmlns:a="http://schemas.openxmlformats.org/drawingml/2006/main" noGrp="1"/>
          </p:cNvSpPr>
          <p:nvPr/>
        </p:nvSpPr>
        <p:spPr>
          <a:xfrm xmlns:a="http://schemas.openxmlformats.org/drawingml/2006/main">
            <a:off x="628650" y="32575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RootOverlay 아래에 CommonActivatableWidgetStack을 배치.</a:t>
            </a:r>
          </a:p>
        </p:txBody>
      </p:sp>
      <p:sp>
        <p:nvSpPr>
          <p:cNvPr id="8" name="">
            <a:extLst xmlns:a="http://schemas.openxmlformats.org/drawingml/2006/main">
              <a:ext uri="{FF2B5EF4-FFF2-40B4-BE49-F238E27FC236}">
                <a16:creationId xmlns:a16="http://schemas.microsoft.com/office/drawing/2014/main" id="{7F9DDD72-D750-46EB-AF1C-5F52076B3CB7}"/>
              </a:ext>
            </a:extLst>
          </p:cNvPr>
          <p:cNvSpPr>
            <a:spLocks xmlns:a="http://schemas.openxmlformats.org/drawingml/2006/main" noGrp="1"/>
          </p:cNvSpPr>
          <p:nvPr/>
        </p:nvSpPr>
        <p:spPr>
          <a:xfrm xmlns:a="http://schemas.openxmlformats.org/drawingml/2006/main">
            <a:off x="628650" y="38957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BindWidget 연결</a:t>
            </a:r>
          </a:p>
        </p:txBody>
      </p:sp>
      <p:sp>
        <p:nvSpPr>
          <p:cNvPr id="9" name="">
            <a:extLst xmlns:a="http://schemas.openxmlformats.org/drawingml/2006/main">
              <a:ext uri="{FF2B5EF4-FFF2-40B4-BE49-F238E27FC236}">
                <a16:creationId xmlns:a16="http://schemas.microsoft.com/office/drawing/2014/main" id="{AD7AFF73-0F13-4DD9-AC40-6EBD2D756736}"/>
              </a:ext>
            </a:extLst>
          </p:cNvPr>
          <p:cNvSpPr>
            <a:spLocks xmlns:a="http://schemas.openxmlformats.org/drawingml/2006/main" noGrp="1"/>
          </p:cNvSpPr>
          <p:nvPr/>
        </p:nvSpPr>
        <p:spPr>
          <a:xfrm xmlns:a="http://schemas.openxmlformats.org/drawingml/2006/main">
            <a:off x="628650" y="42862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스택 이름은 MainStack. 변수로 사용하고 가로·세로 Fill.</a:t>
            </a:r>
          </a:p>
        </p:txBody>
      </p:sp>
      <p:sp>
        <p:nvSpPr>
          <p:cNvPr id="10" name="">
            <a:extLst xmlns:a="http://schemas.openxmlformats.org/drawingml/2006/main">
              <a:ext uri="{FF2B5EF4-FFF2-40B4-BE49-F238E27FC236}">
                <a16:creationId xmlns:a16="http://schemas.microsoft.com/office/drawing/2014/main" id="{01BB2BAB-24D5-4BD5-A97C-1A11B2BA1D3C}"/>
              </a:ext>
            </a:extLst>
          </p:cNvPr>
          <p:cNvSpPr>
            <a:spLocks xmlns:a="http://schemas.openxmlformats.org/drawingml/2006/main" noGrp="1"/>
          </p:cNvSpPr>
          <p:nvPr/>
        </p:nvSpPr>
        <p:spPr>
          <a:xfrm xmlns:a="http://schemas.openxmlformats.org/drawingml/2006/main">
            <a:off x="628650" y="49244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첫 화면</a:t>
            </a:r>
          </a:p>
        </p:txBody>
      </p:sp>
      <p:sp>
        <p:nvSpPr>
          <p:cNvPr id="11" name="">
            <a:extLst xmlns:a="http://schemas.openxmlformats.org/drawingml/2006/main">
              <a:ext uri="{FF2B5EF4-FFF2-40B4-BE49-F238E27FC236}">
                <a16:creationId xmlns:a16="http://schemas.microsoft.com/office/drawing/2014/main" id="{3D1BF3EB-BA2E-4427-96A7-391C596B978F}"/>
              </a:ext>
            </a:extLst>
          </p:cNvPr>
          <p:cNvSpPr>
            <a:spLocks xmlns:a="http://schemas.openxmlformats.org/drawingml/2006/main" noGrp="1"/>
          </p:cNvSpPr>
          <p:nvPr/>
        </p:nvSpPr>
        <p:spPr>
          <a:xfrm xmlns:a="http://schemas.openxmlformats.org/drawingml/2006/main">
            <a:off x="628650" y="53149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MainStack의 Root Content Widget Class = WBP_MainMenu</a:t>
            </a:r>
          </a:p>
        </p:txBody>
      </p:sp>
    </p:spTree>
    <p:extLst>
      <p:ext uri="{BB962C8B-B14F-4D97-AF65-F5344CB8AC3E}">
        <p14:creationId xmlns:p14="http://schemas.microsoft.com/office/powerpoint/2010/main" val="224061624"/>
      </p:ext>
    </p:extLst>
  </p:cSld>
</p:sld>
</file>

<file path=ppt/slides/slide12.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85082BA-A947-4F08-A3CA-F23BD31EA754}"/>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5F7"/>
                </a:solidFill>
                <a:latin typeface="Noto Sans CJK KR"/>
                <a:ea typeface="Noto Sans CJK KR"/>
                <a:cs typeface="Noto Sans CJK KR"/>
              </a:defRPr>
            </a:pPr>
            <a:r>
              <a:rPr sz="3300" b="1">
                <a:solidFill>
                  <a:srgbClr val="F3F5F7"/>
                </a:solidFill>
                <a:latin typeface="Noto Sans CJK KR"/>
                <a:ea typeface="Noto Sans CJK KR"/>
                <a:cs typeface="Noto Sans CJK KR"/>
              </a:rPr>
              <a:t>공통 버튼과 스타일</a:t>
            </a:r>
          </a:p>
        </p:txBody>
      </p:sp>
      <p:sp>
        <p:nvSpPr>
          <p:cNvPr id="2" name="">
            <a:extLst xmlns:a="http://schemas.openxmlformats.org/drawingml/2006/main">
              <a:ext uri="{FF2B5EF4-FFF2-40B4-BE49-F238E27FC236}">
                <a16:creationId xmlns:a16="http://schemas.microsoft.com/office/drawing/2014/main" id="{58D90C9E-8FD6-4C94-9781-0E5191A2EE08}"/>
              </a:ext>
            </a:extLst>
          </p:cNvPr>
          <p:cNvSpPr>
            <a:spLocks xmlns:a="http://schemas.openxmlformats.org/drawingml/2006/main" noGrp="1"/>
          </p:cNvSpPr>
          <p:nvPr/>
        </p:nvSpPr>
        <p:spPr>
          <a:xfrm xmlns:a="http://schemas.openxmlformats.org/drawingml/2006/main">
            <a:off x="628650" y="1190625"/>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FBDC9"/>
                </a:solidFill>
                <a:latin typeface="Noto Sans CJK KR"/>
                <a:ea typeface="Noto Sans CJK KR"/>
                <a:cs typeface="Noto Sans CJK KR"/>
              </a:defRPr>
            </a:pPr>
            <a:r>
              <a:rPr sz="1800" b="0">
                <a:solidFill>
                  <a:srgbClr val="AFBDC9"/>
                </a:solidFill>
                <a:latin typeface="Noto Sans CJK KR"/>
                <a:ea typeface="Noto Sans CJK KR"/>
                <a:cs typeface="Noto Sans CJK KR"/>
              </a:rPr>
              <a:t>WBP_Button의 부모는 CommonButtonBase</a:t>
            </a:r>
          </a:p>
        </p:txBody>
      </p:sp>
      <p:sp>
        <p:nvSpPr>
          <p:cNvPr id="3" name="">
            <a:extLst xmlns:a="http://schemas.openxmlformats.org/drawingml/2006/main">
              <a:ext uri="{FF2B5EF4-FFF2-40B4-BE49-F238E27FC236}">
                <a16:creationId xmlns:a16="http://schemas.microsoft.com/office/drawing/2014/main" id="{F5F31D40-4BF5-4B25-B95F-0885D756B5A1}"/>
              </a:ext>
            </a:extLst>
          </p:cNvPr>
          <p:cNvSpPr>
            <a:spLocks xmlns:a="http://schemas.openxmlformats.org/drawingml/2006/main" noGrp="1"/>
          </p:cNvSpPr>
          <p:nvPr/>
        </p:nvSpPr>
        <p:spPr>
          <a:xfrm xmlns:a="http://schemas.openxmlformats.org/drawingml/2006/main">
            <a:off x="11049000" y="63341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FBDC9"/>
                </a:solidFill>
                <a:latin typeface="Noto Sans CJK KR"/>
                <a:ea typeface="Noto Sans CJK KR"/>
                <a:cs typeface="Noto Sans CJK KR"/>
              </a:defRPr>
            </a:pPr>
            <a:r>
              <a:rPr sz="1350" b="0">
                <a:solidFill>
                  <a:srgbClr val="AFBDC9"/>
                </a:solidFill>
                <a:latin typeface="Noto Sans CJK KR"/>
                <a:ea typeface="Noto Sans CJK KR"/>
                <a:cs typeface="Noto Sans CJK KR"/>
              </a:rPr>
              <a:t>12</a:t>
            </a:r>
          </a:p>
        </p:txBody>
      </p:sp>
      <p:sp>
        <p:nvSpPr>
          <p:cNvPr id="4" name="">
            <a:extLst xmlns:a="http://schemas.openxmlformats.org/drawingml/2006/main">
              <a:ext uri="{FF2B5EF4-FFF2-40B4-BE49-F238E27FC236}">
                <a16:creationId xmlns:a16="http://schemas.microsoft.com/office/drawing/2014/main" id="{2A291B59-2F2A-4162-886D-BE5DA814033A}"/>
              </a:ext>
            </a:extLst>
          </p:cNvPr>
          <p:cNvSpPr>
            <a:spLocks xmlns:a="http://schemas.openxmlformats.org/drawingml/2006/main" noGrp="1"/>
          </p:cNvSpPr>
          <p:nvPr/>
        </p:nvSpPr>
        <p:spPr>
          <a:xfrm xmlns:a="http://schemas.openxmlformats.org/drawingml/2006/main">
            <a:off x="628650" y="18383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레이아웃</a:t>
            </a:r>
          </a:p>
        </p:txBody>
      </p:sp>
      <p:sp>
        <p:nvSpPr>
          <p:cNvPr id="5" name="">
            <a:extLst xmlns:a="http://schemas.openxmlformats.org/drawingml/2006/main">
              <a:ext uri="{FF2B5EF4-FFF2-40B4-BE49-F238E27FC236}">
                <a16:creationId xmlns:a16="http://schemas.microsoft.com/office/drawing/2014/main" id="{B5D7C93E-6533-441C-8983-B009899C9738}"/>
              </a:ext>
            </a:extLst>
          </p:cNvPr>
          <p:cNvSpPr>
            <a:spLocks xmlns:a="http://schemas.openxmlformats.org/drawingml/2006/main" noGrp="1"/>
          </p:cNvSpPr>
          <p:nvPr/>
        </p:nvSpPr>
        <p:spPr>
          <a:xfrm xmlns:a="http://schemas.openxmlformats.org/drawingml/2006/main">
            <a:off x="628650" y="22288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Overlay 아래 LabelText를 중앙 정렬. 문구는 “시작”, 크기 24.</a:t>
            </a:r>
          </a:p>
        </p:txBody>
      </p:sp>
      <p:sp>
        <p:nvSpPr>
          <p:cNvPr id="6" name="">
            <a:extLst xmlns:a="http://schemas.openxmlformats.org/drawingml/2006/main">
              <a:ext uri="{FF2B5EF4-FFF2-40B4-BE49-F238E27FC236}">
                <a16:creationId xmlns:a16="http://schemas.microsoft.com/office/drawing/2014/main" id="{2D3A7EDC-3667-4458-B6F8-45B58E6AA02B}"/>
              </a:ext>
            </a:extLst>
          </p:cNvPr>
          <p:cNvSpPr>
            <a:spLocks xmlns:a="http://schemas.openxmlformats.org/drawingml/2006/main" noGrp="1"/>
          </p:cNvSpPr>
          <p:nvPr/>
        </p:nvSpPr>
        <p:spPr>
          <a:xfrm xmlns:a="http://schemas.openxmlformats.org/drawingml/2006/main">
            <a:off x="628650" y="28670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입력 속성</a:t>
            </a:r>
          </a:p>
        </p:txBody>
      </p:sp>
      <p:sp>
        <p:nvSpPr>
          <p:cNvPr id="7" name="">
            <a:extLst xmlns:a="http://schemas.openxmlformats.org/drawingml/2006/main">
              <a:ext uri="{FF2B5EF4-FFF2-40B4-BE49-F238E27FC236}">
                <a16:creationId xmlns:a16="http://schemas.microsoft.com/office/drawing/2014/main" id="{BCE439A6-EA06-457F-AE88-C74080E4798D}"/>
              </a:ext>
            </a:extLst>
          </p:cNvPr>
          <p:cNvSpPr>
            <a:spLocks xmlns:a="http://schemas.openxmlformats.org/drawingml/2006/main" noGrp="1"/>
          </p:cNvSpPr>
          <p:nvPr/>
        </p:nvSpPr>
        <p:spPr>
          <a:xfrm xmlns:a="http://schemas.openxmlformats.org/drawingml/2006/main">
            <a:off x="628650" y="32575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IsFocusable 켜기, IsSelectable 끄기. Label은 히트 테스트 제외.</a:t>
            </a:r>
          </a:p>
        </p:txBody>
      </p:sp>
      <p:sp>
        <p:nvSpPr>
          <p:cNvPr id="8" name="">
            <a:extLst xmlns:a="http://schemas.openxmlformats.org/drawingml/2006/main">
              <a:ext uri="{FF2B5EF4-FFF2-40B4-BE49-F238E27FC236}">
                <a16:creationId xmlns:a16="http://schemas.microsoft.com/office/drawing/2014/main" id="{459D1A68-DB4C-4ECD-AF3A-426C59DBFE6A}"/>
              </a:ext>
            </a:extLst>
          </p:cNvPr>
          <p:cNvSpPr>
            <a:spLocks xmlns:a="http://schemas.openxmlformats.org/drawingml/2006/main" noGrp="1"/>
          </p:cNvSpPr>
          <p:nvPr/>
        </p:nvSpPr>
        <p:spPr>
          <a:xfrm xmlns:a="http://schemas.openxmlformats.org/drawingml/2006/main">
            <a:off x="628650" y="38957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스타일</a:t>
            </a:r>
          </a:p>
        </p:txBody>
      </p:sp>
      <p:sp>
        <p:nvSpPr>
          <p:cNvPr id="9" name="">
            <a:extLst xmlns:a="http://schemas.openxmlformats.org/drawingml/2006/main">
              <a:ext uri="{FF2B5EF4-FFF2-40B4-BE49-F238E27FC236}">
                <a16:creationId xmlns:a16="http://schemas.microsoft.com/office/drawing/2014/main" id="{4416D623-BCAB-43E0-A89D-66B6EA7C0740}"/>
              </a:ext>
            </a:extLst>
          </p:cNvPr>
          <p:cNvSpPr>
            <a:spLocks xmlns:a="http://schemas.openxmlformats.org/drawingml/2006/main" noGrp="1"/>
          </p:cNvSpPr>
          <p:nvPr/>
        </p:nvSpPr>
        <p:spPr>
          <a:xfrm xmlns:a="http://schemas.openxmlformats.org/drawingml/2006/main">
            <a:off x="628650" y="42862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BP_ButtonStyle_Default 적용. 최소 크기는 280 × 64.</a:t>
            </a:r>
          </a:p>
        </p:txBody>
      </p:sp>
      <p:sp>
        <p:nvSpPr>
          <p:cNvPr id="10" name="">
            <a:extLst xmlns:a="http://schemas.openxmlformats.org/drawingml/2006/main">
              <a:ext uri="{FF2B5EF4-FFF2-40B4-BE49-F238E27FC236}">
                <a16:creationId xmlns:a16="http://schemas.microsoft.com/office/drawing/2014/main" id="{D28FF4F3-4FA0-4E1E-B22F-2516E3B57F6C}"/>
              </a:ext>
            </a:extLst>
          </p:cNvPr>
          <p:cNvSpPr>
            <a:spLocks xmlns:a="http://schemas.openxmlformats.org/drawingml/2006/main" noGrp="1"/>
          </p:cNvSpPr>
          <p:nvPr/>
        </p:nvSpPr>
        <p:spPr>
          <a:xfrm xmlns:a="http://schemas.openxmlformats.org/drawingml/2006/main">
            <a:off x="628650" y="49244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메뉴에서 사용</a:t>
            </a:r>
          </a:p>
        </p:txBody>
      </p:sp>
      <p:sp>
        <p:nvSpPr>
          <p:cNvPr id="11" name="">
            <a:extLst xmlns:a="http://schemas.openxmlformats.org/drawingml/2006/main">
              <a:ext uri="{FF2B5EF4-FFF2-40B4-BE49-F238E27FC236}">
                <a16:creationId xmlns:a16="http://schemas.microsoft.com/office/drawing/2014/main" id="{D5469218-E8FF-4D42-8A96-4E85C91F5804}"/>
              </a:ext>
            </a:extLst>
          </p:cNvPr>
          <p:cNvSpPr>
            <a:spLocks xmlns:a="http://schemas.openxmlformats.org/drawingml/2006/main" noGrp="1"/>
          </p:cNvSpPr>
          <p:nvPr/>
        </p:nvSpPr>
        <p:spPr>
          <a:xfrm xmlns:a="http://schemas.openxmlformats.org/drawingml/2006/main">
            <a:off x="628650" y="53149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인스턴스 이름은 StartButton. 제목 아래 간격 32로 배치.</a:t>
            </a:r>
          </a:p>
        </p:txBody>
      </p:sp>
    </p:spTree>
    <p:extLst>
      <p:ext uri="{BB962C8B-B14F-4D97-AF65-F5344CB8AC3E}">
        <p14:creationId xmlns:p14="http://schemas.microsoft.com/office/powerpoint/2010/main" val="2086227508"/>
      </p:ext>
    </p:extLst>
  </p:cSld>
</p:sld>
</file>

<file path=ppt/slides/slide13.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3D44D55-6249-45A7-8208-3B48489BE700}"/>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5F7"/>
                </a:solidFill>
                <a:latin typeface="Noto Sans CJK KR"/>
                <a:ea typeface="Noto Sans CJK KR"/>
                <a:cs typeface="Noto Sans CJK KR"/>
              </a:defRPr>
            </a:pPr>
            <a:r>
              <a:rPr sz="3300" b="1">
                <a:solidFill>
                  <a:srgbClr val="F3F5F7"/>
                </a:solidFill>
                <a:latin typeface="Noto Sans CJK KR"/>
                <a:ea typeface="Noto Sans CJK KR"/>
                <a:cs typeface="Noto Sans CJK KR"/>
              </a:rPr>
              <a:t>CommonUI 입력 데이터</a:t>
            </a:r>
          </a:p>
        </p:txBody>
      </p:sp>
      <p:sp>
        <p:nvSpPr>
          <p:cNvPr id="2" name="">
            <a:extLst xmlns:a="http://schemas.openxmlformats.org/drawingml/2006/main">
              <a:ext uri="{FF2B5EF4-FFF2-40B4-BE49-F238E27FC236}">
                <a16:creationId xmlns:a16="http://schemas.microsoft.com/office/drawing/2014/main" id="{29C2DC90-34BB-412C-88A5-8BD67D97ED07}"/>
              </a:ext>
            </a:extLst>
          </p:cNvPr>
          <p:cNvSpPr>
            <a:spLocks xmlns:a="http://schemas.openxmlformats.org/drawingml/2006/main" noGrp="1"/>
          </p:cNvSpPr>
          <p:nvPr/>
        </p:nvSpPr>
        <p:spPr>
          <a:xfrm xmlns:a="http://schemas.openxmlformats.org/drawingml/2006/main">
            <a:off x="628650" y="1190625"/>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FBDC9"/>
                </a:solidFill>
                <a:latin typeface="Noto Sans CJK KR"/>
                <a:ea typeface="Noto Sans CJK KR"/>
                <a:cs typeface="Noto Sans CJK KR"/>
              </a:defRPr>
            </a:pPr>
            <a:r>
              <a:rPr sz="1800" b="0">
                <a:solidFill>
                  <a:srgbClr val="AFBDC9"/>
                </a:solidFill>
                <a:latin typeface="Noto Sans CJK KR"/>
                <a:ea typeface="Noto Sans CJK KR"/>
                <a:cs typeface="Noto Sans CJK KR"/>
              </a:rPr>
              <a:t>키 지정과 실제 입력 경로를 함께 확인한다</a:t>
            </a:r>
          </a:p>
        </p:txBody>
      </p:sp>
      <p:sp>
        <p:nvSpPr>
          <p:cNvPr id="3" name="">
            <a:extLst xmlns:a="http://schemas.openxmlformats.org/drawingml/2006/main">
              <a:ext uri="{FF2B5EF4-FFF2-40B4-BE49-F238E27FC236}">
                <a16:creationId xmlns:a16="http://schemas.microsoft.com/office/drawing/2014/main" id="{334763F4-C92D-46C5-957F-9E05D5B9D097}"/>
              </a:ext>
            </a:extLst>
          </p:cNvPr>
          <p:cNvSpPr>
            <a:spLocks xmlns:a="http://schemas.openxmlformats.org/drawingml/2006/main" noGrp="1"/>
          </p:cNvSpPr>
          <p:nvPr/>
        </p:nvSpPr>
        <p:spPr>
          <a:xfrm xmlns:a="http://schemas.openxmlformats.org/drawingml/2006/main">
            <a:off x="11049000" y="63341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FBDC9"/>
                </a:solidFill>
                <a:latin typeface="Noto Sans CJK KR"/>
                <a:ea typeface="Noto Sans CJK KR"/>
                <a:cs typeface="Noto Sans CJK KR"/>
              </a:defRPr>
            </a:pPr>
            <a:r>
              <a:rPr sz="1350" b="0">
                <a:solidFill>
                  <a:srgbClr val="AFBDC9"/>
                </a:solidFill>
                <a:latin typeface="Noto Sans CJK KR"/>
                <a:ea typeface="Noto Sans CJK KR"/>
                <a:cs typeface="Noto Sans CJK KR"/>
              </a:rPr>
              <a:t>13</a:t>
            </a:r>
          </a:p>
        </p:txBody>
      </p:sp>
      <p:sp>
        <p:nvSpPr>
          <p:cNvPr id="4" name="">
            <a:extLst xmlns:a="http://schemas.openxmlformats.org/drawingml/2006/main">
              <a:ext uri="{FF2B5EF4-FFF2-40B4-BE49-F238E27FC236}">
                <a16:creationId xmlns:a16="http://schemas.microsoft.com/office/drawing/2014/main" id="{3D3FA1DE-F1A1-4EB6-B2BE-3E16F5380960}"/>
              </a:ext>
            </a:extLst>
          </p:cNvPr>
          <p:cNvSpPr>
            <a:spLocks xmlns:a="http://schemas.openxmlformats.org/drawingml/2006/main" noGrp="1"/>
          </p:cNvSpPr>
          <p:nvPr/>
        </p:nvSpPr>
        <p:spPr>
          <a:xfrm xmlns:a="http://schemas.openxmlformats.org/drawingml/2006/main">
            <a:off x="628650" y="18383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DT_UIInputActions</a:t>
            </a:r>
          </a:p>
        </p:txBody>
      </p:sp>
      <p:sp>
        <p:nvSpPr>
          <p:cNvPr id="5" name="">
            <a:extLst xmlns:a="http://schemas.openxmlformats.org/drawingml/2006/main">
              <a:ext uri="{FF2B5EF4-FFF2-40B4-BE49-F238E27FC236}">
                <a16:creationId xmlns:a16="http://schemas.microsoft.com/office/drawing/2014/main" id="{31099ABE-5A8F-4A6E-A0B2-C39B2776CDBD}"/>
              </a:ext>
            </a:extLst>
          </p:cNvPr>
          <p:cNvSpPr>
            <a:spLocks xmlns:a="http://schemas.openxmlformats.org/drawingml/2006/main" noGrp="1"/>
          </p:cNvSpPr>
          <p:nvPr/>
        </p:nvSpPr>
        <p:spPr>
          <a:xfrm xmlns:a="http://schemas.openxmlformats.org/drawingml/2006/main">
            <a:off x="628650" y="22288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일반 DataTable, Row Structure = CommonInputActionDataBase</a:t>
            </a:r>
          </a:p>
        </p:txBody>
      </p:sp>
      <p:sp>
        <p:nvSpPr>
          <p:cNvPr id="6" name="">
            <a:extLst xmlns:a="http://schemas.openxmlformats.org/drawingml/2006/main">
              <a:ext uri="{FF2B5EF4-FFF2-40B4-BE49-F238E27FC236}">
                <a16:creationId xmlns:a16="http://schemas.microsoft.com/office/drawing/2014/main" id="{0DF89652-769C-41BB-B2CF-ADDC35E00FB3}"/>
              </a:ext>
            </a:extLst>
          </p:cNvPr>
          <p:cNvSpPr>
            <a:spLocks xmlns:a="http://schemas.openxmlformats.org/drawingml/2006/main" noGrp="1"/>
          </p:cNvSpPr>
          <p:nvPr/>
        </p:nvSpPr>
        <p:spPr>
          <a:xfrm xmlns:a="http://schemas.openxmlformats.org/drawingml/2006/main">
            <a:off x="628650" y="28670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Confirm / Back</a:t>
            </a:r>
          </a:p>
        </p:txBody>
      </p:sp>
      <p:sp>
        <p:nvSpPr>
          <p:cNvPr id="7" name="">
            <a:extLst xmlns:a="http://schemas.openxmlformats.org/drawingml/2006/main">
              <a:ext uri="{FF2B5EF4-FFF2-40B4-BE49-F238E27FC236}">
                <a16:creationId xmlns:a16="http://schemas.microsoft.com/office/drawing/2014/main" id="{9697C7B5-6FA2-4877-B1E2-EE009A54E860}"/>
              </a:ext>
            </a:extLst>
          </p:cNvPr>
          <p:cNvSpPr>
            <a:spLocks xmlns:a="http://schemas.openxmlformats.org/drawingml/2006/main" noGrp="1"/>
          </p:cNvSpPr>
          <p:nvPr/>
        </p:nvSpPr>
        <p:spPr>
          <a:xfrm xmlns:a="http://schemas.openxmlformats.org/drawingml/2006/main">
            <a:off x="628650" y="32575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Confirm: Enter, 패드 아래 버튼. Back: Escape, 패드 오른쪽 버튼.</a:t>
            </a:r>
          </a:p>
        </p:txBody>
      </p:sp>
      <p:sp>
        <p:nvSpPr>
          <p:cNvPr id="8" name="">
            <a:extLst xmlns:a="http://schemas.openxmlformats.org/drawingml/2006/main">
              <a:ext uri="{FF2B5EF4-FFF2-40B4-BE49-F238E27FC236}">
                <a16:creationId xmlns:a16="http://schemas.microsoft.com/office/drawing/2014/main" id="{BD4BAF4A-B928-4D08-8117-E49642ACDF40}"/>
              </a:ext>
            </a:extLst>
          </p:cNvPr>
          <p:cNvSpPr>
            <a:spLocks xmlns:a="http://schemas.openxmlformats.org/drawingml/2006/main" noGrp="1"/>
          </p:cNvSpPr>
          <p:nvPr/>
        </p:nvSpPr>
        <p:spPr>
          <a:xfrm xmlns:a="http://schemas.openxmlformats.org/drawingml/2006/main">
            <a:off x="628650" y="38957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BP_FrontendInputData</a:t>
            </a:r>
          </a:p>
        </p:txBody>
      </p:sp>
      <p:sp>
        <p:nvSpPr>
          <p:cNvPr id="9" name="">
            <a:extLst xmlns:a="http://schemas.openxmlformats.org/drawingml/2006/main">
              <a:ext uri="{FF2B5EF4-FFF2-40B4-BE49-F238E27FC236}">
                <a16:creationId xmlns:a16="http://schemas.microsoft.com/office/drawing/2014/main" id="{3A94DD08-18ED-45EA-AF3B-90A39421C904}"/>
              </a:ext>
            </a:extLst>
          </p:cNvPr>
          <p:cNvSpPr>
            <a:spLocks xmlns:a="http://schemas.openxmlformats.org/drawingml/2006/main" noGrp="1"/>
          </p:cNvSpPr>
          <p:nvPr/>
        </p:nvSpPr>
        <p:spPr>
          <a:xfrm xmlns:a="http://schemas.openxmlformats.org/drawingml/2006/main">
            <a:off x="628650" y="42862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CommonUIInputData 파생. DefaultClickAction / DefaultBackAction 지정.</a:t>
            </a:r>
          </a:p>
        </p:txBody>
      </p:sp>
      <p:sp>
        <p:nvSpPr>
          <p:cNvPr id="10" name="">
            <a:extLst xmlns:a="http://schemas.openxmlformats.org/drawingml/2006/main">
              <a:ext uri="{FF2B5EF4-FFF2-40B4-BE49-F238E27FC236}">
                <a16:creationId xmlns:a16="http://schemas.microsoft.com/office/drawing/2014/main" id="{E8C63F65-6C7F-42F5-AD44-E7075B7EA3D0}"/>
              </a:ext>
            </a:extLst>
          </p:cNvPr>
          <p:cNvSpPr>
            <a:spLocks xmlns:a="http://schemas.openxmlformats.org/drawingml/2006/main" noGrp="1"/>
          </p:cNvSpPr>
          <p:nvPr/>
        </p:nvSpPr>
        <p:spPr>
          <a:xfrm xmlns:a="http://schemas.openxmlformats.org/drawingml/2006/main">
            <a:off x="628650" y="49244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프로젝트 연결</a:t>
            </a:r>
          </a:p>
        </p:txBody>
      </p:sp>
      <p:sp>
        <p:nvSpPr>
          <p:cNvPr id="11" name="">
            <a:extLst xmlns:a="http://schemas.openxmlformats.org/drawingml/2006/main">
              <a:ext uri="{FF2B5EF4-FFF2-40B4-BE49-F238E27FC236}">
                <a16:creationId xmlns:a16="http://schemas.microsoft.com/office/drawing/2014/main" id="{039E396B-1488-4F5B-8D4D-9B2835758985}"/>
              </a:ext>
            </a:extLst>
          </p:cNvPr>
          <p:cNvSpPr>
            <a:spLocks xmlns:a="http://schemas.openxmlformats.org/drawingml/2006/main" noGrp="1"/>
          </p:cNvSpPr>
          <p:nvPr/>
        </p:nvSpPr>
        <p:spPr>
          <a:xfrm xmlns:a="http://schemas.openxmlformats.org/drawingml/2006/main">
            <a:off x="628650" y="53149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Common Input Settings의 Input Data에 BP_FrontendInputData 지정.</a:t>
            </a:r>
          </a:p>
        </p:txBody>
      </p:sp>
    </p:spTree>
    <p:extLst>
      <p:ext uri="{BB962C8B-B14F-4D97-AF65-F5344CB8AC3E}">
        <p14:creationId xmlns:p14="http://schemas.microsoft.com/office/powerpoint/2010/main" val="1992734478"/>
      </p:ext>
    </p:extLst>
  </p:cSld>
</p:sld>
</file>

<file path=ppt/slides/slide14.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7838887-30E0-4ADA-94D6-A0691A38D5E7}"/>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5F7"/>
                </a:solidFill>
                <a:latin typeface="Noto Sans CJK KR"/>
                <a:ea typeface="Noto Sans CJK KR"/>
                <a:cs typeface="Noto Sans CJK KR"/>
              </a:defRPr>
            </a:pPr>
            <a:r>
              <a:rPr sz="3300" b="1">
                <a:solidFill>
                  <a:srgbClr val="F3F5F7"/>
                </a:solidFill>
                <a:latin typeface="Noto Sans CJK KR"/>
                <a:ea typeface="Noto Sans CJK KR"/>
                <a:cs typeface="Noto Sans CJK KR"/>
              </a:rPr>
              <a:t>PlayerController의 시작 처리</a:t>
            </a:r>
          </a:p>
        </p:txBody>
      </p:sp>
      <p:sp>
        <p:nvSpPr>
          <p:cNvPr id="2" name="">
            <a:extLst xmlns:a="http://schemas.openxmlformats.org/drawingml/2006/main">
              <a:ext uri="{FF2B5EF4-FFF2-40B4-BE49-F238E27FC236}">
                <a16:creationId xmlns:a16="http://schemas.microsoft.com/office/drawing/2014/main" id="{AFC1F4B6-DBBE-47B1-A02A-05A4E037806A}"/>
              </a:ext>
            </a:extLst>
          </p:cNvPr>
          <p:cNvSpPr>
            <a:spLocks xmlns:a="http://schemas.openxmlformats.org/drawingml/2006/main" noGrp="1"/>
          </p:cNvSpPr>
          <p:nvPr/>
        </p:nvSpPr>
        <p:spPr>
          <a:xfrm xmlns:a="http://schemas.openxmlformats.org/drawingml/2006/main">
            <a:off x="628650" y="1190625"/>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FBDC9"/>
                </a:solidFill>
                <a:latin typeface="Noto Sans CJK KR"/>
                <a:ea typeface="Noto Sans CJK KR"/>
                <a:cs typeface="Noto Sans CJK KR"/>
              </a:defRPr>
            </a:pPr>
            <a:r>
              <a:rPr sz="1800" b="0">
                <a:solidFill>
                  <a:srgbClr val="AFBDC9"/>
                </a:solidFill>
                <a:latin typeface="Noto Sans CJK KR"/>
                <a:ea typeface="Noto Sans CJK KR"/>
                <a:cs typeface="Noto Sans CJK KR"/>
              </a:rPr>
              <a:t>로컬 사용자에게 Root를 생성하고 서비스에 등록한다</a:t>
            </a:r>
          </a:p>
        </p:txBody>
      </p:sp>
      <p:sp>
        <p:nvSpPr>
          <p:cNvPr id="3" name="">
            <a:extLst xmlns:a="http://schemas.openxmlformats.org/drawingml/2006/main">
              <a:ext uri="{FF2B5EF4-FFF2-40B4-BE49-F238E27FC236}">
                <a16:creationId xmlns:a16="http://schemas.microsoft.com/office/drawing/2014/main" id="{3BD0904C-E3B3-4CB9-923F-A8545F18BFE1}"/>
              </a:ext>
            </a:extLst>
          </p:cNvPr>
          <p:cNvSpPr>
            <a:spLocks xmlns:a="http://schemas.openxmlformats.org/drawingml/2006/main" noGrp="1"/>
          </p:cNvSpPr>
          <p:nvPr/>
        </p:nvSpPr>
        <p:spPr>
          <a:xfrm xmlns:a="http://schemas.openxmlformats.org/drawingml/2006/main">
            <a:off x="11049000" y="63341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FBDC9"/>
                </a:solidFill>
                <a:latin typeface="Noto Sans CJK KR"/>
                <a:ea typeface="Noto Sans CJK KR"/>
                <a:cs typeface="Noto Sans CJK KR"/>
              </a:defRPr>
            </a:pPr>
            <a:r>
              <a:rPr sz="1350" b="0">
                <a:solidFill>
                  <a:srgbClr val="AFBDC9"/>
                </a:solidFill>
                <a:latin typeface="Noto Sans CJK KR"/>
                <a:ea typeface="Noto Sans CJK KR"/>
                <a:cs typeface="Noto Sans CJK KR"/>
              </a:rPr>
              <a:t>14</a:t>
            </a:r>
          </a:p>
        </p:txBody>
      </p:sp>
      <p:sp>
        <p:nvSpPr>
          <p:cNvPr id="4" name="">
            <a:extLst xmlns:a="http://schemas.openxmlformats.org/drawingml/2006/main">
              <a:ext uri="{FF2B5EF4-FFF2-40B4-BE49-F238E27FC236}">
                <a16:creationId xmlns:a16="http://schemas.microsoft.com/office/drawing/2014/main" id="{18EB3316-00E8-4BD6-927E-9B096D43F9B5}"/>
              </a:ext>
            </a:extLst>
          </p:cNvPr>
          <p:cNvSpPr>
            <a:spLocks xmlns:a="http://schemas.openxmlformats.org/drawingml/2006/main" noGrp="1"/>
          </p:cNvSpPr>
          <p:nvPr/>
        </p:nvSpPr>
        <p:spPr>
          <a:xfrm xmlns:a="http://schemas.openxmlformats.org/drawingml/2006/main">
            <a:off x="628650" y="1885950"/>
            <a:ext cx="109347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Super::BeginPlay();</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if (!IsLocalController()) return;</a:t>
            </a:r>
          </a:p>
          <a:p xmlns:a="http://schemas.openxmlformats.org/drawingml/2006/main">
            <a:r>
              <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 GameInstance, Subsystem, WidgetClass의 유효성 검사 후</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FrontendRootWidget = CreateWidget&lt;UFrontendRootWidget&gt;(</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    this, FrontendRootWidgetClass);</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UI-&gt;RegisterRoot(FrontendRootWidget.Get());</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FrontendRootWidget-&gt;AddToPlayerScreen();</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bShowMouseCursor = true;</a:t>
            </a:r>
          </a:p>
        </p:txBody>
      </p:sp>
      <p:sp>
        <p:nvSpPr>
          <p:cNvPr id="5" name="">
            <a:extLst xmlns:a="http://schemas.openxmlformats.org/drawingml/2006/main">
              <a:ext uri="{FF2B5EF4-FFF2-40B4-BE49-F238E27FC236}">
                <a16:creationId xmlns:a16="http://schemas.microsoft.com/office/drawing/2014/main" id="{A9B838B8-AC12-4B01-9884-A7B418CB060B}"/>
              </a:ext>
            </a:extLst>
          </p:cNvPr>
          <p:cNvSpPr>
            <a:spLocks xmlns:a="http://schemas.openxmlformats.org/drawingml/2006/main" noGrp="1"/>
          </p:cNvSpPr>
          <p:nvPr/>
        </p:nvSpPr>
        <p:spPr>
          <a:xfrm xmlns:a="http://schemas.openxmlformats.org/drawingml/2006/main">
            <a:off x="628650" y="5276850"/>
            <a:ext cx="10934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실제 구현에서는 생성 결과와 AddToPlayerScreen 실패도 처리한다.</a:t>
            </a:r>
          </a:p>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실패하면 Root 등록을 취소하고 보유 포인터를 비운다.</a:t>
            </a:r>
          </a:p>
        </p:txBody>
      </p:sp>
    </p:spTree>
    <p:extLst>
      <p:ext uri="{BB962C8B-B14F-4D97-AF65-F5344CB8AC3E}">
        <p14:creationId xmlns:p14="http://schemas.microsoft.com/office/powerpoint/2010/main" val="1840695245"/>
      </p:ext>
    </p:extLst>
  </p:cSld>
</p:sld>
</file>

<file path=ppt/slides/slide15.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3FB4C91-3FC2-4B23-81A8-EB2D2B9982CC}"/>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5F7"/>
                </a:solidFill>
                <a:latin typeface="Noto Sans CJK KR"/>
                <a:ea typeface="Noto Sans CJK KR"/>
                <a:cs typeface="Noto Sans CJK KR"/>
              </a:defRPr>
            </a:pPr>
            <a:r>
              <a:rPr sz="3300" b="1">
                <a:solidFill>
                  <a:srgbClr val="F3F5F7"/>
                </a:solidFill>
                <a:latin typeface="Noto Sans CJK KR"/>
                <a:ea typeface="Noto Sans CJK KR"/>
                <a:cs typeface="Noto Sans CJK KR"/>
              </a:rPr>
              <a:t>PlayerController의 종료 처리</a:t>
            </a:r>
          </a:p>
        </p:txBody>
      </p:sp>
      <p:sp>
        <p:nvSpPr>
          <p:cNvPr id="2" name="">
            <a:extLst xmlns:a="http://schemas.openxmlformats.org/drawingml/2006/main">
              <a:ext uri="{FF2B5EF4-FFF2-40B4-BE49-F238E27FC236}">
                <a16:creationId xmlns:a16="http://schemas.microsoft.com/office/drawing/2014/main" id="{8E6C1CBF-F624-42B7-BEE5-83B49010B527}"/>
              </a:ext>
            </a:extLst>
          </p:cNvPr>
          <p:cNvSpPr>
            <a:spLocks xmlns:a="http://schemas.openxmlformats.org/drawingml/2006/main" noGrp="1"/>
          </p:cNvSpPr>
          <p:nvPr/>
        </p:nvSpPr>
        <p:spPr>
          <a:xfrm xmlns:a="http://schemas.openxmlformats.org/drawingml/2006/main">
            <a:off x="628650" y="1190625"/>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FBDC9"/>
                </a:solidFill>
                <a:latin typeface="Noto Sans CJK KR"/>
                <a:ea typeface="Noto Sans CJK KR"/>
                <a:cs typeface="Noto Sans CJK KR"/>
              </a:defRPr>
            </a:pPr>
            <a:r>
              <a:rPr sz="1800" b="0">
                <a:solidFill>
                  <a:srgbClr val="AFBDC9"/>
                </a:solidFill>
                <a:latin typeface="Noto Sans CJK KR"/>
                <a:ea typeface="Noto Sans CJK KR"/>
                <a:cs typeface="Noto Sans CJK KR"/>
              </a:rPr>
              <a:t>이 객체가 만든 Root를 먼저 정리한다</a:t>
            </a:r>
          </a:p>
        </p:txBody>
      </p:sp>
      <p:sp>
        <p:nvSpPr>
          <p:cNvPr id="3" name="">
            <a:extLst xmlns:a="http://schemas.openxmlformats.org/drawingml/2006/main">
              <a:ext uri="{FF2B5EF4-FFF2-40B4-BE49-F238E27FC236}">
                <a16:creationId xmlns:a16="http://schemas.microsoft.com/office/drawing/2014/main" id="{2C5D3673-1BAB-4447-8928-532EC37DCDCB}"/>
              </a:ext>
            </a:extLst>
          </p:cNvPr>
          <p:cNvSpPr>
            <a:spLocks xmlns:a="http://schemas.openxmlformats.org/drawingml/2006/main" noGrp="1"/>
          </p:cNvSpPr>
          <p:nvPr/>
        </p:nvSpPr>
        <p:spPr>
          <a:xfrm xmlns:a="http://schemas.openxmlformats.org/drawingml/2006/main">
            <a:off x="11049000" y="63341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FBDC9"/>
                </a:solidFill>
                <a:latin typeface="Noto Sans CJK KR"/>
                <a:ea typeface="Noto Sans CJK KR"/>
                <a:cs typeface="Noto Sans CJK KR"/>
              </a:defRPr>
            </a:pPr>
            <a:r>
              <a:rPr sz="1350" b="0">
                <a:solidFill>
                  <a:srgbClr val="AFBDC9"/>
                </a:solidFill>
                <a:latin typeface="Noto Sans CJK KR"/>
                <a:ea typeface="Noto Sans CJK KR"/>
                <a:cs typeface="Noto Sans CJK KR"/>
              </a:rPr>
              <a:t>15</a:t>
            </a:r>
          </a:p>
        </p:txBody>
      </p:sp>
      <p:sp>
        <p:nvSpPr>
          <p:cNvPr id="4" name="">
            <a:extLst xmlns:a="http://schemas.openxmlformats.org/drawingml/2006/main">
              <a:ext uri="{FF2B5EF4-FFF2-40B4-BE49-F238E27FC236}">
                <a16:creationId xmlns:a16="http://schemas.microsoft.com/office/drawing/2014/main" id="{16ACE366-6C01-404B-8BEE-2D553EF80338}"/>
              </a:ext>
            </a:extLst>
          </p:cNvPr>
          <p:cNvSpPr>
            <a:spLocks xmlns:a="http://schemas.openxmlformats.org/drawingml/2006/main" noGrp="1"/>
          </p:cNvSpPr>
          <p:nvPr/>
        </p:nvSpPr>
        <p:spPr>
          <a:xfrm xmlns:a="http://schemas.openxmlformats.org/drawingml/2006/main">
            <a:off x="628650" y="1885950"/>
            <a:ext cx="109347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 GameInstance와 Subsystem이 유효하면</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UI-&gt;UnregisterRoot(FrontendRootWidget.Get());</a:t>
            </a:r>
          </a:p>
          <a:p xmlns:a="http://schemas.openxmlformats.org/drawingml/2006/main">
            <a:r>
              <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if (FrontendRootWidget)</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    FrontendRootWidget-&gt;RemoveFromParent();</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    FrontendRootWidget = nullptr;</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Super::EndPlay(EndPlayReason);</a:t>
            </a:r>
          </a:p>
        </p:txBody>
      </p:sp>
      <p:sp>
        <p:nvSpPr>
          <p:cNvPr id="5" name="">
            <a:extLst xmlns:a="http://schemas.openxmlformats.org/drawingml/2006/main">
              <a:ext uri="{FF2B5EF4-FFF2-40B4-BE49-F238E27FC236}">
                <a16:creationId xmlns:a16="http://schemas.microsoft.com/office/drawing/2014/main" id="{0C088530-0B18-49ED-A179-242655DB47A2}"/>
              </a:ext>
            </a:extLst>
          </p:cNvPr>
          <p:cNvSpPr>
            <a:spLocks xmlns:a="http://schemas.openxmlformats.org/drawingml/2006/main" noGrp="1"/>
          </p:cNvSpPr>
          <p:nvPr/>
        </p:nvSpPr>
        <p:spPr>
          <a:xfrm xmlns:a="http://schemas.openxmlformats.org/drawingml/2006/main">
            <a:off x="628650" y="5276850"/>
            <a:ext cx="10934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이 구현에서는 UI 정리 후 부모 EndPlay를 호출한다.</a:t>
            </a:r>
          </a:p>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Super의 호출 순서는 부모 함수의 계약과 의존 관계로 판단한다.</a:t>
            </a:r>
          </a:p>
        </p:txBody>
      </p:sp>
    </p:spTree>
    <p:extLst>
      <p:ext uri="{BB962C8B-B14F-4D97-AF65-F5344CB8AC3E}">
        <p14:creationId xmlns:p14="http://schemas.microsoft.com/office/powerpoint/2010/main" val="1522429826"/>
      </p:ext>
    </p:extLst>
  </p:cSld>
</p:sld>
</file>

<file path=ppt/slides/slide16.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1E5EA2C-67DF-4604-9F9D-53A348DAB9ED}"/>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5F7"/>
                </a:solidFill>
                <a:latin typeface="Noto Sans CJK KR"/>
                <a:ea typeface="Noto Sans CJK KR"/>
                <a:cs typeface="Noto Sans CJK KR"/>
              </a:defRPr>
            </a:pPr>
            <a:r>
              <a:rPr sz="3300" b="1">
                <a:solidFill>
                  <a:srgbClr val="F3F5F7"/>
                </a:solidFill>
                <a:latin typeface="Noto Sans CJK KR"/>
                <a:ea typeface="Noto Sans CJK KR"/>
                <a:cs typeface="Noto Sans CJK KR"/>
              </a:rPr>
              <a:t>Subsystem의 Root 등록과 해제</a:t>
            </a:r>
          </a:p>
        </p:txBody>
      </p:sp>
      <p:sp>
        <p:nvSpPr>
          <p:cNvPr id="2" name="">
            <a:extLst xmlns:a="http://schemas.openxmlformats.org/drawingml/2006/main">
              <a:ext uri="{FF2B5EF4-FFF2-40B4-BE49-F238E27FC236}">
                <a16:creationId xmlns:a16="http://schemas.microsoft.com/office/drawing/2014/main" id="{A49B5353-6C27-4533-8FDE-0DDCCB2D7CEE}"/>
              </a:ext>
            </a:extLst>
          </p:cNvPr>
          <p:cNvSpPr>
            <a:spLocks xmlns:a="http://schemas.openxmlformats.org/drawingml/2006/main" noGrp="1"/>
          </p:cNvSpPr>
          <p:nvPr/>
        </p:nvSpPr>
        <p:spPr>
          <a:xfrm xmlns:a="http://schemas.openxmlformats.org/drawingml/2006/main">
            <a:off x="628650" y="1190625"/>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FBDC9"/>
                </a:solidFill>
                <a:latin typeface="Noto Sans CJK KR"/>
                <a:ea typeface="Noto Sans CJK KR"/>
                <a:cs typeface="Noto Sans CJK KR"/>
              </a:defRPr>
            </a:pPr>
            <a:r>
              <a:rPr sz="1800" b="0">
                <a:solidFill>
                  <a:srgbClr val="AFBDC9"/>
                </a:solidFill>
                <a:latin typeface="Noto Sans CJK KR"/>
                <a:ea typeface="Noto Sans CJK KR"/>
                <a:cs typeface="Noto Sans CJK KR"/>
              </a:rPr>
              <a:t>UGameInstanceSubsystem은 현재 Root를 약하게 참조한다</a:t>
            </a:r>
          </a:p>
        </p:txBody>
      </p:sp>
      <p:sp>
        <p:nvSpPr>
          <p:cNvPr id="3" name="">
            <a:extLst xmlns:a="http://schemas.openxmlformats.org/drawingml/2006/main">
              <a:ext uri="{FF2B5EF4-FFF2-40B4-BE49-F238E27FC236}">
                <a16:creationId xmlns:a16="http://schemas.microsoft.com/office/drawing/2014/main" id="{CF04B227-84DF-409F-B41F-5E619412A499}"/>
              </a:ext>
            </a:extLst>
          </p:cNvPr>
          <p:cNvSpPr>
            <a:spLocks xmlns:a="http://schemas.openxmlformats.org/drawingml/2006/main" noGrp="1"/>
          </p:cNvSpPr>
          <p:nvPr/>
        </p:nvSpPr>
        <p:spPr>
          <a:xfrm xmlns:a="http://schemas.openxmlformats.org/drawingml/2006/main">
            <a:off x="11049000" y="63341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FBDC9"/>
                </a:solidFill>
                <a:latin typeface="Noto Sans CJK KR"/>
                <a:ea typeface="Noto Sans CJK KR"/>
                <a:cs typeface="Noto Sans CJK KR"/>
              </a:defRPr>
            </a:pPr>
            <a:r>
              <a:rPr sz="1350" b="0">
                <a:solidFill>
                  <a:srgbClr val="AFBDC9"/>
                </a:solidFill>
                <a:latin typeface="Noto Sans CJK KR"/>
                <a:ea typeface="Noto Sans CJK KR"/>
                <a:cs typeface="Noto Sans CJK KR"/>
              </a:rPr>
              <a:t>16</a:t>
            </a:r>
          </a:p>
        </p:txBody>
      </p:sp>
      <p:sp>
        <p:nvSpPr>
          <p:cNvPr id="4" name="">
            <a:extLst xmlns:a="http://schemas.openxmlformats.org/drawingml/2006/main">
              <a:ext uri="{FF2B5EF4-FFF2-40B4-BE49-F238E27FC236}">
                <a16:creationId xmlns:a16="http://schemas.microsoft.com/office/drawing/2014/main" id="{FFD3ACE0-D604-4570-B599-A99F0542DBCE}"/>
              </a:ext>
            </a:extLst>
          </p:cNvPr>
          <p:cNvSpPr>
            <a:spLocks xmlns:a="http://schemas.openxmlformats.org/drawingml/2006/main" noGrp="1"/>
          </p:cNvSpPr>
          <p:nvPr/>
        </p:nvSpPr>
        <p:spPr>
          <a:xfrm xmlns:a="http://schemas.openxmlformats.org/drawingml/2006/main">
            <a:off x="628650" y="1885950"/>
            <a:ext cx="109347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UPROPERTY(Transient)</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TWeakObjectPtr&lt;UFrontendRootWidget&gt; RootWidget;</a:t>
            </a:r>
          </a:p>
          <a:p xmlns:a="http://schemas.openxmlformats.org/drawingml/2006/main">
            <a:r>
              <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void UFrontendUISubsystem::UnregisterRoot(</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    UFrontendRootWidget* InRoot)</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    if (RootWidget.Get() == InRoot)</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        RootWidget.Reset();</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a:t>
            </a:r>
          </a:p>
        </p:txBody>
      </p:sp>
      <p:sp>
        <p:nvSpPr>
          <p:cNvPr id="5" name="">
            <a:extLst xmlns:a="http://schemas.openxmlformats.org/drawingml/2006/main">
              <a:ext uri="{FF2B5EF4-FFF2-40B4-BE49-F238E27FC236}">
                <a16:creationId xmlns:a16="http://schemas.microsoft.com/office/drawing/2014/main" id="{2D2DDEB7-B978-47A6-B7EF-CA0E6FF3305A}"/>
              </a:ext>
            </a:extLst>
          </p:cNvPr>
          <p:cNvSpPr>
            <a:spLocks xmlns:a="http://schemas.openxmlformats.org/drawingml/2006/main" noGrp="1"/>
          </p:cNvSpPr>
          <p:nvPr/>
        </p:nvSpPr>
        <p:spPr>
          <a:xfrm xmlns:a="http://schemas.openxmlformats.org/drawingml/2006/main">
            <a:off x="628650" y="5276850"/>
            <a:ext cx="10934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RegisterRoot는 유효한 Root를 저장한다.</a:t>
            </a:r>
          </a:p>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해제할 Root를 비교해 이전 화면의 종료가 새 Root 등록을 지우지 않게 한다.</a:t>
            </a:r>
          </a:p>
        </p:txBody>
      </p:sp>
    </p:spTree>
    <p:extLst>
      <p:ext uri="{BB962C8B-B14F-4D97-AF65-F5344CB8AC3E}">
        <p14:creationId xmlns:p14="http://schemas.microsoft.com/office/powerpoint/2010/main" val="1296315986"/>
      </p:ext>
    </p:extLst>
  </p:cSld>
</p:sld>
</file>

<file path=ppt/slides/slide17.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A4F0416-57CA-43B5-8953-1E36F6F3FE2E}"/>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5F7"/>
                </a:solidFill>
                <a:latin typeface="Noto Sans CJK KR"/>
                <a:ea typeface="Noto Sans CJK KR"/>
                <a:cs typeface="Noto Sans CJK KR"/>
              </a:defRPr>
            </a:pPr>
            <a:r>
              <a:rPr sz="3300" b="1">
                <a:solidFill>
                  <a:srgbClr val="F3F5F7"/>
                </a:solidFill>
                <a:latin typeface="Noto Sans CJK KR"/>
                <a:ea typeface="Noto Sans CJK KR"/>
                <a:cs typeface="Noto Sans CJK KR"/>
              </a:rPr>
              <a:t>Root의 PushMainScreen</a:t>
            </a:r>
          </a:p>
        </p:txBody>
      </p:sp>
      <p:sp>
        <p:nvSpPr>
          <p:cNvPr id="2" name="">
            <a:extLst xmlns:a="http://schemas.openxmlformats.org/drawingml/2006/main">
              <a:ext uri="{FF2B5EF4-FFF2-40B4-BE49-F238E27FC236}">
                <a16:creationId xmlns:a16="http://schemas.microsoft.com/office/drawing/2014/main" id="{53042C37-E359-48BF-811D-720A5D6047F8}"/>
              </a:ext>
            </a:extLst>
          </p:cNvPr>
          <p:cNvSpPr>
            <a:spLocks xmlns:a="http://schemas.openxmlformats.org/drawingml/2006/main" noGrp="1"/>
          </p:cNvSpPr>
          <p:nvPr/>
        </p:nvSpPr>
        <p:spPr>
          <a:xfrm xmlns:a="http://schemas.openxmlformats.org/drawingml/2006/main">
            <a:off x="628650" y="1190625"/>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FBDC9"/>
                </a:solidFill>
                <a:latin typeface="Noto Sans CJK KR"/>
                <a:ea typeface="Noto Sans CJK KR"/>
                <a:cs typeface="Noto Sans CJK KR"/>
              </a:defRPr>
            </a:pPr>
            <a:r>
              <a:rPr sz="1800" b="0">
                <a:solidFill>
                  <a:srgbClr val="AFBDC9"/>
                </a:solidFill>
                <a:latin typeface="Noto Sans CJK KR"/>
                <a:ea typeface="Noto Sans CJK KR"/>
                <a:cs typeface="Noto Sans CJK KR"/>
              </a:rPr>
              <a:t>화면을 추가하는 실제 위치는 MainStack이다</a:t>
            </a:r>
          </a:p>
        </p:txBody>
      </p:sp>
      <p:sp>
        <p:nvSpPr>
          <p:cNvPr id="3" name="">
            <a:extLst xmlns:a="http://schemas.openxmlformats.org/drawingml/2006/main">
              <a:ext uri="{FF2B5EF4-FFF2-40B4-BE49-F238E27FC236}">
                <a16:creationId xmlns:a16="http://schemas.microsoft.com/office/drawing/2014/main" id="{AD03526F-024C-4C00-BDBA-FBB07C70E7D9}"/>
              </a:ext>
            </a:extLst>
          </p:cNvPr>
          <p:cNvSpPr>
            <a:spLocks xmlns:a="http://schemas.openxmlformats.org/drawingml/2006/main" noGrp="1"/>
          </p:cNvSpPr>
          <p:nvPr/>
        </p:nvSpPr>
        <p:spPr>
          <a:xfrm xmlns:a="http://schemas.openxmlformats.org/drawingml/2006/main">
            <a:off x="11049000" y="63341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FBDC9"/>
                </a:solidFill>
                <a:latin typeface="Noto Sans CJK KR"/>
                <a:ea typeface="Noto Sans CJK KR"/>
                <a:cs typeface="Noto Sans CJK KR"/>
              </a:defRPr>
            </a:pPr>
            <a:r>
              <a:rPr sz="1350" b="0">
                <a:solidFill>
                  <a:srgbClr val="AFBDC9"/>
                </a:solidFill>
                <a:latin typeface="Noto Sans CJK KR"/>
                <a:ea typeface="Noto Sans CJK KR"/>
                <a:cs typeface="Noto Sans CJK KR"/>
              </a:rPr>
              <a:t>17</a:t>
            </a:r>
          </a:p>
        </p:txBody>
      </p:sp>
      <p:sp>
        <p:nvSpPr>
          <p:cNvPr id="4" name="">
            <a:extLst xmlns:a="http://schemas.openxmlformats.org/drawingml/2006/main">
              <a:ext uri="{FF2B5EF4-FFF2-40B4-BE49-F238E27FC236}">
                <a16:creationId xmlns:a16="http://schemas.microsoft.com/office/drawing/2014/main" id="{23B7C8A8-E930-4C55-A408-A30711937A81}"/>
              </a:ext>
            </a:extLst>
          </p:cNvPr>
          <p:cNvSpPr>
            <a:spLocks xmlns:a="http://schemas.openxmlformats.org/drawingml/2006/main" noGrp="1"/>
          </p:cNvSpPr>
          <p:nvPr/>
        </p:nvSpPr>
        <p:spPr>
          <a:xfrm xmlns:a="http://schemas.openxmlformats.org/drawingml/2006/main">
            <a:off x="628650" y="1885950"/>
            <a:ext cx="109347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UCommonActivatableWidget*</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UFrontendRootWidget::PushMainScreen(</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    TSubclassOf&lt;UCommonActivatableWidget&gt; ScreenClass)</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    // MainStack과 ScreenClass 유효성 검사</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    return MainStack-&gt;AddWidget&lt;UCommonActivatableWidget&gt;(</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        ScreenClass);</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a:t>
            </a:r>
          </a:p>
        </p:txBody>
      </p:sp>
      <p:sp>
        <p:nvSpPr>
          <p:cNvPr id="5" name="">
            <a:extLst xmlns:a="http://schemas.openxmlformats.org/drawingml/2006/main">
              <a:ext uri="{FF2B5EF4-FFF2-40B4-BE49-F238E27FC236}">
                <a16:creationId xmlns:a16="http://schemas.microsoft.com/office/drawing/2014/main" id="{C5B89997-C15C-4FCE-8537-0BBF04889BBF}"/>
              </a:ext>
            </a:extLst>
          </p:cNvPr>
          <p:cNvSpPr>
            <a:spLocks xmlns:a="http://schemas.openxmlformats.org/drawingml/2006/main" noGrp="1"/>
          </p:cNvSpPr>
          <p:nvPr/>
        </p:nvSpPr>
        <p:spPr>
          <a:xfrm xmlns:a="http://schemas.openxmlformats.org/drawingml/2006/main">
            <a:off x="628650" y="5276850"/>
            <a:ext cx="10934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Subsystem은 요청을 전달하고 Root는 표시 컨테이너를 다룬다.</a:t>
            </a:r>
          </a:p>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스택은 활성 화면 전환을 관리하며 인스턴스를 재사용할 수도 있다.</a:t>
            </a:r>
          </a:p>
        </p:txBody>
      </p:sp>
    </p:spTree>
    <p:extLst>
      <p:ext uri="{BB962C8B-B14F-4D97-AF65-F5344CB8AC3E}">
        <p14:creationId xmlns:p14="http://schemas.microsoft.com/office/powerpoint/2010/main" val="25445133"/>
      </p:ext>
    </p:extLst>
  </p:cSld>
</p:sld>
</file>

<file path=ppt/slides/slide18.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304FE0F-A15D-430C-A17A-B456F70CDDE1}"/>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5F7"/>
                </a:solidFill>
                <a:latin typeface="Noto Sans CJK KR"/>
                <a:ea typeface="Noto Sans CJK KR"/>
                <a:cs typeface="Noto Sans CJK KR"/>
              </a:defRPr>
            </a:pPr>
            <a:r>
              <a:rPr sz="3300" b="1">
                <a:solidFill>
                  <a:srgbClr val="F3F5F7"/>
                </a:solidFill>
                <a:latin typeface="Noto Sans CJK KR"/>
                <a:ea typeface="Noto Sans CJK KR"/>
                <a:cs typeface="Noto Sans CJK KR"/>
              </a:rPr>
              <a:t>공통 화면의 입력 정책</a:t>
            </a:r>
          </a:p>
        </p:txBody>
      </p:sp>
      <p:sp>
        <p:nvSpPr>
          <p:cNvPr id="2" name="">
            <a:extLst xmlns:a="http://schemas.openxmlformats.org/drawingml/2006/main">
              <a:ext uri="{FF2B5EF4-FFF2-40B4-BE49-F238E27FC236}">
                <a16:creationId xmlns:a16="http://schemas.microsoft.com/office/drawing/2014/main" id="{256D70C9-1BFD-41A7-819F-E8A44C90A457}"/>
              </a:ext>
            </a:extLst>
          </p:cNvPr>
          <p:cNvSpPr>
            <a:spLocks xmlns:a="http://schemas.openxmlformats.org/drawingml/2006/main" noGrp="1"/>
          </p:cNvSpPr>
          <p:nvPr/>
        </p:nvSpPr>
        <p:spPr>
          <a:xfrm xmlns:a="http://schemas.openxmlformats.org/drawingml/2006/main">
            <a:off x="628650" y="1190625"/>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FBDC9"/>
                </a:solidFill>
                <a:latin typeface="Noto Sans CJK KR"/>
                <a:ea typeface="Noto Sans CJK KR"/>
                <a:cs typeface="Noto Sans CJK KR"/>
              </a:defRPr>
            </a:pPr>
            <a:r>
              <a:rPr sz="1800" b="0">
                <a:solidFill>
                  <a:srgbClr val="AFBDC9"/>
                </a:solidFill>
                <a:latin typeface="Noto Sans CJK KR"/>
                <a:ea typeface="Noto Sans CJK KR"/>
                <a:cs typeface="Noto Sans CJK KR"/>
              </a:rPr>
              <a:t>UFrontendActivatableWidget의 GetDesiredInputConfig</a:t>
            </a:r>
          </a:p>
        </p:txBody>
      </p:sp>
      <p:sp>
        <p:nvSpPr>
          <p:cNvPr id="3" name="">
            <a:extLst xmlns:a="http://schemas.openxmlformats.org/drawingml/2006/main">
              <a:ext uri="{FF2B5EF4-FFF2-40B4-BE49-F238E27FC236}">
                <a16:creationId xmlns:a16="http://schemas.microsoft.com/office/drawing/2014/main" id="{FABB8F8D-BB8A-4703-9C82-CDDC48976DDD}"/>
              </a:ext>
            </a:extLst>
          </p:cNvPr>
          <p:cNvSpPr>
            <a:spLocks xmlns:a="http://schemas.openxmlformats.org/drawingml/2006/main" noGrp="1"/>
          </p:cNvSpPr>
          <p:nvPr/>
        </p:nvSpPr>
        <p:spPr>
          <a:xfrm xmlns:a="http://schemas.openxmlformats.org/drawingml/2006/main">
            <a:off x="11049000" y="63341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FBDC9"/>
                </a:solidFill>
                <a:latin typeface="Noto Sans CJK KR"/>
                <a:ea typeface="Noto Sans CJK KR"/>
                <a:cs typeface="Noto Sans CJK KR"/>
              </a:defRPr>
            </a:pPr>
            <a:r>
              <a:rPr sz="1350" b="0">
                <a:solidFill>
                  <a:srgbClr val="AFBDC9"/>
                </a:solidFill>
                <a:latin typeface="Noto Sans CJK KR"/>
                <a:ea typeface="Noto Sans CJK KR"/>
                <a:cs typeface="Noto Sans CJK KR"/>
              </a:rPr>
              <a:t>18</a:t>
            </a:r>
          </a:p>
        </p:txBody>
      </p:sp>
      <p:sp>
        <p:nvSpPr>
          <p:cNvPr id="4" name="">
            <a:extLst xmlns:a="http://schemas.openxmlformats.org/drawingml/2006/main">
              <a:ext uri="{FF2B5EF4-FFF2-40B4-BE49-F238E27FC236}">
                <a16:creationId xmlns:a16="http://schemas.microsoft.com/office/drawing/2014/main" id="{9694E8FC-D568-4154-8195-8C45D076DE8D}"/>
              </a:ext>
            </a:extLst>
          </p:cNvPr>
          <p:cNvSpPr>
            <a:spLocks xmlns:a="http://schemas.openxmlformats.org/drawingml/2006/main" noGrp="1"/>
          </p:cNvSpPr>
          <p:nvPr/>
        </p:nvSpPr>
        <p:spPr>
          <a:xfrm xmlns:a="http://schemas.openxmlformats.org/drawingml/2006/main">
            <a:off x="628650" y="1885950"/>
            <a:ext cx="109347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TOptional&lt;FUIInputConfig&gt;</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UFrontendActivatableWidget::GetDesiredInputConfig() const</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    return FUIInputConfig(</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        ECommonInputMode::Menu,</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        EMouseCaptureMode::NoCapture,</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        false);</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a:t>
            </a:r>
          </a:p>
        </p:txBody>
      </p:sp>
      <p:sp>
        <p:nvSpPr>
          <p:cNvPr id="5" name="">
            <a:extLst xmlns:a="http://schemas.openxmlformats.org/drawingml/2006/main">
              <a:ext uri="{FF2B5EF4-FFF2-40B4-BE49-F238E27FC236}">
                <a16:creationId xmlns:a16="http://schemas.microsoft.com/office/drawing/2014/main" id="{A88F687C-7A13-4D50-8231-929A93C9140C}"/>
              </a:ext>
            </a:extLst>
          </p:cNvPr>
          <p:cNvSpPr>
            <a:spLocks xmlns:a="http://schemas.openxmlformats.org/drawingml/2006/main" noGrp="1"/>
          </p:cNvSpPr>
          <p:nvPr/>
        </p:nvSpPr>
        <p:spPr>
          <a:xfrm xmlns:a="http://schemas.openxmlformats.org/drawingml/2006/main">
            <a:off x="628650" y="5276850"/>
            <a:ext cx="10934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메뉴 화면이 원하는 입력 모드와 마우스 캡처 정책을 제시한다.</a:t>
            </a:r>
          </a:p>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게임플레이 HUD까지 같은 Menu 정책을 무조건 적용하지 않는다.</a:t>
            </a:r>
          </a:p>
        </p:txBody>
      </p:sp>
    </p:spTree>
    <p:extLst>
      <p:ext uri="{BB962C8B-B14F-4D97-AF65-F5344CB8AC3E}">
        <p14:creationId xmlns:p14="http://schemas.microsoft.com/office/powerpoint/2010/main" val="1210348809"/>
      </p:ext>
    </p:extLst>
  </p:cSld>
</p:sld>
</file>

<file path=ppt/slides/slide19.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3C8B0C0-89BC-4895-B701-3E9ED3834BC1}"/>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5F7"/>
                </a:solidFill>
                <a:latin typeface="Noto Sans CJK KR"/>
                <a:ea typeface="Noto Sans CJK KR"/>
                <a:cs typeface="Noto Sans CJK KR"/>
              </a:defRPr>
            </a:pPr>
            <a:r>
              <a:rPr sz="3300" b="1">
                <a:solidFill>
                  <a:srgbClr val="F3F5F7"/>
                </a:solidFill>
                <a:latin typeface="Noto Sans CJK KR"/>
                <a:ea typeface="Noto Sans CJK KR"/>
                <a:cs typeface="Noto Sans CJK KR"/>
              </a:rPr>
              <a:t>메뉴의 초기화와 기본 포커스</a:t>
            </a:r>
          </a:p>
        </p:txBody>
      </p:sp>
      <p:sp>
        <p:nvSpPr>
          <p:cNvPr id="2" name="">
            <a:extLst xmlns:a="http://schemas.openxmlformats.org/drawingml/2006/main">
              <a:ext uri="{FF2B5EF4-FFF2-40B4-BE49-F238E27FC236}">
                <a16:creationId xmlns:a16="http://schemas.microsoft.com/office/drawing/2014/main" id="{5685186B-D07C-444D-9D33-3A0626173613}"/>
              </a:ext>
            </a:extLst>
          </p:cNvPr>
          <p:cNvSpPr>
            <a:spLocks xmlns:a="http://schemas.openxmlformats.org/drawingml/2006/main" noGrp="1"/>
          </p:cNvSpPr>
          <p:nvPr/>
        </p:nvSpPr>
        <p:spPr>
          <a:xfrm xmlns:a="http://schemas.openxmlformats.org/drawingml/2006/main">
            <a:off x="628650" y="1190625"/>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FBDC9"/>
                </a:solidFill>
                <a:latin typeface="Noto Sans CJK KR"/>
                <a:ea typeface="Noto Sans CJK KR"/>
                <a:cs typeface="Noto Sans CJK KR"/>
              </a:defRPr>
            </a:pPr>
            <a:r>
              <a:rPr sz="1800" b="0">
                <a:solidFill>
                  <a:srgbClr val="AFBDC9"/>
                </a:solidFill>
                <a:latin typeface="Noto Sans CJK KR"/>
                <a:ea typeface="Noto Sans CJK KR"/>
                <a:cs typeface="Noto Sans CJK KR"/>
              </a:rPr>
              <a:t>UMainMenuScreen에서 버튼을 한 번 연결한다</a:t>
            </a:r>
          </a:p>
        </p:txBody>
      </p:sp>
      <p:sp>
        <p:nvSpPr>
          <p:cNvPr id="3" name="">
            <a:extLst xmlns:a="http://schemas.openxmlformats.org/drawingml/2006/main">
              <a:ext uri="{FF2B5EF4-FFF2-40B4-BE49-F238E27FC236}">
                <a16:creationId xmlns:a16="http://schemas.microsoft.com/office/drawing/2014/main" id="{4A25C386-748B-4A16-AA7F-C9637B010A8E}"/>
              </a:ext>
            </a:extLst>
          </p:cNvPr>
          <p:cNvSpPr>
            <a:spLocks xmlns:a="http://schemas.openxmlformats.org/drawingml/2006/main" noGrp="1"/>
          </p:cNvSpPr>
          <p:nvPr/>
        </p:nvSpPr>
        <p:spPr>
          <a:xfrm xmlns:a="http://schemas.openxmlformats.org/drawingml/2006/main">
            <a:off x="11049000" y="63341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FBDC9"/>
                </a:solidFill>
                <a:latin typeface="Noto Sans CJK KR"/>
                <a:ea typeface="Noto Sans CJK KR"/>
                <a:cs typeface="Noto Sans CJK KR"/>
              </a:defRPr>
            </a:pPr>
            <a:r>
              <a:rPr sz="1350" b="0">
                <a:solidFill>
                  <a:srgbClr val="AFBDC9"/>
                </a:solidFill>
                <a:latin typeface="Noto Sans CJK KR"/>
                <a:ea typeface="Noto Sans CJK KR"/>
                <a:cs typeface="Noto Sans CJK KR"/>
              </a:rPr>
              <a:t>19</a:t>
            </a:r>
          </a:p>
        </p:txBody>
      </p:sp>
      <p:sp>
        <p:nvSpPr>
          <p:cNvPr id="4" name="">
            <a:extLst xmlns:a="http://schemas.openxmlformats.org/drawingml/2006/main">
              <a:ext uri="{FF2B5EF4-FFF2-40B4-BE49-F238E27FC236}">
                <a16:creationId xmlns:a16="http://schemas.microsoft.com/office/drawing/2014/main" id="{EC26663C-3CE7-459E-AF64-62513EE291AE}"/>
              </a:ext>
            </a:extLst>
          </p:cNvPr>
          <p:cNvSpPr>
            <a:spLocks xmlns:a="http://schemas.openxmlformats.org/drawingml/2006/main" noGrp="1"/>
          </p:cNvSpPr>
          <p:nvPr/>
        </p:nvSpPr>
        <p:spPr>
          <a:xfrm xmlns:a="http://schemas.openxmlformats.org/drawingml/2006/main">
            <a:off x="628650" y="1885950"/>
            <a:ext cx="109347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Super::NativeOnInitialized();</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 StartButton 유효성 검사 후</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StartButton-&gt;OnClicked().AddUObject(</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    this, &amp;ThisClass::HandleStartClicked);</a:t>
            </a:r>
          </a:p>
          <a:p xmlns:a="http://schemas.openxmlformats.org/drawingml/2006/main">
            <a:r>
              <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 NativeGetDesiredFocusTarget() const 내부</a:t>
            </a:r>
          </a:p>
          <a:p xmlns:a="http://schemas.openxmlformats.org/drawingml/2006/main">
            <a:pPr>
              <a:defRPr sz="1800" b="0">
                <a:solidFill>
                  <a:srgbClr val="74D9CF"/>
                </a:solidFill>
                <a:latin typeface="Noto Sans CJK KR"/>
                <a:ea typeface="Noto Sans CJK KR"/>
                <a:cs typeface="Noto Sans CJK KR"/>
              </a:defRPr>
            </a:pPr>
            <a:r>
              <a:rPr sz="1800" b="0">
                <a:solidFill>
                  <a:srgbClr val="74D9CF"/>
                </a:solidFill>
                <a:latin typeface="Noto Sans CJK KR"/>
                <a:ea typeface="Noto Sans CJK KR"/>
                <a:cs typeface="Noto Sans CJK KR"/>
              </a:rPr>
              <a:t>return StartButton.Get();</a:t>
            </a:r>
          </a:p>
        </p:txBody>
      </p:sp>
      <p:sp>
        <p:nvSpPr>
          <p:cNvPr id="5" name="">
            <a:extLst xmlns:a="http://schemas.openxmlformats.org/drawingml/2006/main">
              <a:ext uri="{FF2B5EF4-FFF2-40B4-BE49-F238E27FC236}">
                <a16:creationId xmlns:a16="http://schemas.microsoft.com/office/drawing/2014/main" id="{CCAA52BB-F4DD-4474-81CF-E9867ABEA1AF}"/>
              </a:ext>
            </a:extLst>
          </p:cNvPr>
          <p:cNvSpPr>
            <a:spLocks xmlns:a="http://schemas.openxmlformats.org/drawingml/2006/main" noGrp="1"/>
          </p:cNvSpPr>
          <p:nvPr/>
        </p:nvSpPr>
        <p:spPr>
          <a:xfrm xmlns:a="http://schemas.openxmlformats.org/drawingml/2006/main">
            <a:off x="628650" y="5276850"/>
            <a:ext cx="10934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고정된 내부 버튼 연결은 OnInitialized에 둔다.</a:t>
            </a:r>
          </a:p>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메뉴로 돌아올 때 시작 버튼이 기본 포커스 대상이 된다.</a:t>
            </a:r>
          </a:p>
        </p:txBody>
      </p:sp>
    </p:spTree>
    <p:extLst>
      <p:ext uri="{BB962C8B-B14F-4D97-AF65-F5344CB8AC3E}">
        <p14:creationId xmlns:p14="http://schemas.microsoft.com/office/powerpoint/2010/main" val="1864498764"/>
      </p:ext>
    </p:extLst>
  </p:cSld>
</p:sld>
</file>

<file path=ppt/slides/slide20.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8546D78-E039-422A-84BC-599D52634646}"/>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5F7"/>
                </a:solidFill>
                <a:latin typeface="Noto Sans CJK KR"/>
                <a:ea typeface="Noto Sans CJK KR"/>
                <a:cs typeface="Noto Sans CJK KR"/>
              </a:defRPr>
            </a:pPr>
            <a:r>
              <a:rPr sz="3300" b="1">
                <a:solidFill>
                  <a:srgbClr val="F3F5F7"/>
                </a:solidFill>
                <a:latin typeface="Noto Sans CJK KR"/>
                <a:ea typeface="Noto Sans CJK KR"/>
                <a:cs typeface="Noto Sans CJK KR"/>
              </a:rPr>
              <a:t>시작 버튼으로 로비 열기</a:t>
            </a:r>
          </a:p>
        </p:txBody>
      </p:sp>
      <p:sp>
        <p:nvSpPr>
          <p:cNvPr id="2" name="">
            <a:extLst xmlns:a="http://schemas.openxmlformats.org/drawingml/2006/main">
              <a:ext uri="{FF2B5EF4-FFF2-40B4-BE49-F238E27FC236}">
                <a16:creationId xmlns:a16="http://schemas.microsoft.com/office/drawing/2014/main" id="{1AACCCBC-535F-4760-871D-FA88B2DB4831}"/>
              </a:ext>
            </a:extLst>
          </p:cNvPr>
          <p:cNvSpPr>
            <a:spLocks xmlns:a="http://schemas.openxmlformats.org/drawingml/2006/main" noGrp="1"/>
          </p:cNvSpPr>
          <p:nvPr/>
        </p:nvSpPr>
        <p:spPr>
          <a:xfrm xmlns:a="http://schemas.openxmlformats.org/drawingml/2006/main">
            <a:off x="628650" y="1190625"/>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FBDC9"/>
                </a:solidFill>
                <a:latin typeface="Noto Sans CJK KR"/>
                <a:ea typeface="Noto Sans CJK KR"/>
                <a:cs typeface="Noto Sans CJK KR"/>
              </a:defRPr>
            </a:pPr>
            <a:r>
              <a:rPr sz="1800" b="0">
                <a:solidFill>
                  <a:srgbClr val="AFBDC9"/>
                </a:solidFill>
                <a:latin typeface="Noto Sans CJK KR"/>
                <a:ea typeface="Noto Sans CJK KR"/>
                <a:cs typeface="Noto Sans CJK KR"/>
              </a:rPr>
              <a:t>클릭 로그 다음으로 연결한 화면 전환 흐름</a:t>
            </a:r>
          </a:p>
        </p:txBody>
      </p:sp>
      <p:sp>
        <p:nvSpPr>
          <p:cNvPr id="3" name="">
            <a:extLst xmlns:a="http://schemas.openxmlformats.org/drawingml/2006/main">
              <a:ext uri="{FF2B5EF4-FFF2-40B4-BE49-F238E27FC236}">
                <a16:creationId xmlns:a16="http://schemas.microsoft.com/office/drawing/2014/main" id="{3B69B72F-0E81-4E5D-AD0C-EF5CFECF560A}"/>
              </a:ext>
            </a:extLst>
          </p:cNvPr>
          <p:cNvSpPr>
            <a:spLocks xmlns:a="http://schemas.openxmlformats.org/drawingml/2006/main" noGrp="1"/>
          </p:cNvSpPr>
          <p:nvPr/>
        </p:nvSpPr>
        <p:spPr>
          <a:xfrm xmlns:a="http://schemas.openxmlformats.org/drawingml/2006/main">
            <a:off x="11049000" y="63341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FBDC9"/>
                </a:solidFill>
                <a:latin typeface="Noto Sans CJK KR"/>
                <a:ea typeface="Noto Sans CJK KR"/>
                <a:cs typeface="Noto Sans CJK KR"/>
              </a:defRPr>
            </a:pPr>
            <a:r>
              <a:rPr sz="1350" b="0">
                <a:solidFill>
                  <a:srgbClr val="AFBDC9"/>
                </a:solidFill>
                <a:latin typeface="Noto Sans CJK KR"/>
                <a:ea typeface="Noto Sans CJK KR"/>
                <a:cs typeface="Noto Sans CJK KR"/>
              </a:rPr>
              <a:t>20</a:t>
            </a:r>
          </a:p>
        </p:txBody>
      </p:sp>
      <p:sp>
        <p:nvSpPr>
          <p:cNvPr id="4" name="">
            <a:extLst xmlns:a="http://schemas.openxmlformats.org/drawingml/2006/main">
              <a:ext uri="{FF2B5EF4-FFF2-40B4-BE49-F238E27FC236}">
                <a16:creationId xmlns:a16="http://schemas.microsoft.com/office/drawing/2014/main" id="{51ADAD24-B56B-4EA0-852F-ECD511A8C4B4}"/>
              </a:ext>
            </a:extLst>
          </p:cNvPr>
          <p:cNvSpPr>
            <a:spLocks xmlns:a="http://schemas.openxmlformats.org/drawingml/2006/main" noGrp="1"/>
          </p:cNvSpPr>
          <p:nvPr/>
        </p:nvSpPr>
        <p:spPr>
          <a:xfrm xmlns:a="http://schemas.openxmlformats.org/drawingml/2006/main">
            <a:off x="628650" y="18383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1. 버튼 콜백</a:t>
            </a:r>
          </a:p>
        </p:txBody>
      </p:sp>
      <p:sp>
        <p:nvSpPr>
          <p:cNvPr id="5" name="">
            <a:extLst xmlns:a="http://schemas.openxmlformats.org/drawingml/2006/main">
              <a:ext uri="{FF2B5EF4-FFF2-40B4-BE49-F238E27FC236}">
                <a16:creationId xmlns:a16="http://schemas.microsoft.com/office/drawing/2014/main" id="{6347E72B-8735-4C50-B9F5-1B0BD6E72DBF}"/>
              </a:ext>
            </a:extLst>
          </p:cNvPr>
          <p:cNvSpPr>
            <a:spLocks xmlns:a="http://schemas.openxmlformats.org/drawingml/2006/main" noGrp="1"/>
          </p:cNvSpPr>
          <p:nvPr/>
        </p:nvSpPr>
        <p:spPr>
          <a:xfrm xmlns:a="http://schemas.openxmlformats.org/drawingml/2006/main">
            <a:off x="628650" y="22288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HandleStartClicked에서 LobbyScreenClass가 지정됐는지 확인.</a:t>
            </a:r>
          </a:p>
        </p:txBody>
      </p:sp>
      <p:sp>
        <p:nvSpPr>
          <p:cNvPr id="6" name="">
            <a:extLst xmlns:a="http://schemas.openxmlformats.org/drawingml/2006/main">
              <a:ext uri="{FF2B5EF4-FFF2-40B4-BE49-F238E27FC236}">
                <a16:creationId xmlns:a16="http://schemas.microsoft.com/office/drawing/2014/main" id="{0A80AE22-023F-4392-8956-98974E6E5E44}"/>
              </a:ext>
            </a:extLst>
          </p:cNvPr>
          <p:cNvSpPr>
            <a:spLocks xmlns:a="http://schemas.openxmlformats.org/drawingml/2006/main" noGrp="1"/>
          </p:cNvSpPr>
          <p:nvPr/>
        </p:nvSpPr>
        <p:spPr>
          <a:xfrm xmlns:a="http://schemas.openxmlformats.org/drawingml/2006/main">
            <a:off x="628650" y="28670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2. 서비스 조회</a:t>
            </a:r>
          </a:p>
        </p:txBody>
      </p:sp>
      <p:sp>
        <p:nvSpPr>
          <p:cNvPr id="7" name="">
            <a:extLst xmlns:a="http://schemas.openxmlformats.org/drawingml/2006/main">
              <a:ext uri="{FF2B5EF4-FFF2-40B4-BE49-F238E27FC236}">
                <a16:creationId xmlns:a16="http://schemas.microsoft.com/office/drawing/2014/main" id="{04355448-9505-4ACE-9939-D00A7D2484F9}"/>
              </a:ext>
            </a:extLst>
          </p:cNvPr>
          <p:cNvSpPr>
            <a:spLocks xmlns:a="http://schemas.openxmlformats.org/drawingml/2006/main" noGrp="1"/>
          </p:cNvSpPr>
          <p:nvPr/>
        </p:nvSpPr>
        <p:spPr>
          <a:xfrm xmlns:a="http://schemas.openxmlformats.org/drawingml/2006/main">
            <a:off x="628650" y="32575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GameInstance에서 UFrontendUISubsystem을 얻는다.</a:t>
            </a:r>
          </a:p>
        </p:txBody>
      </p:sp>
      <p:sp>
        <p:nvSpPr>
          <p:cNvPr id="8" name="">
            <a:extLst xmlns:a="http://schemas.openxmlformats.org/drawingml/2006/main">
              <a:ext uri="{FF2B5EF4-FFF2-40B4-BE49-F238E27FC236}">
                <a16:creationId xmlns:a16="http://schemas.microsoft.com/office/drawing/2014/main" id="{77A21A83-5033-4804-9397-B1DCD7521016}"/>
              </a:ext>
            </a:extLst>
          </p:cNvPr>
          <p:cNvSpPr>
            <a:spLocks xmlns:a="http://schemas.openxmlformats.org/drawingml/2006/main" noGrp="1"/>
          </p:cNvSpPr>
          <p:nvPr/>
        </p:nvSpPr>
        <p:spPr>
          <a:xfrm xmlns:a="http://schemas.openxmlformats.org/drawingml/2006/main">
            <a:off x="628650" y="38957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3. 화면 요청</a:t>
            </a:r>
          </a:p>
        </p:txBody>
      </p:sp>
      <p:sp>
        <p:nvSpPr>
          <p:cNvPr id="9" name="">
            <a:extLst xmlns:a="http://schemas.openxmlformats.org/drawingml/2006/main">
              <a:ext uri="{FF2B5EF4-FFF2-40B4-BE49-F238E27FC236}">
                <a16:creationId xmlns:a16="http://schemas.microsoft.com/office/drawing/2014/main" id="{B8EA7B9B-EFA3-40C6-AA91-A12E03A4920E}"/>
              </a:ext>
            </a:extLst>
          </p:cNvPr>
          <p:cNvSpPr>
            <a:spLocks xmlns:a="http://schemas.openxmlformats.org/drawingml/2006/main" noGrp="1"/>
          </p:cNvSpPr>
          <p:nvPr/>
        </p:nvSpPr>
        <p:spPr>
          <a:xfrm xmlns:a="http://schemas.openxmlformats.org/drawingml/2006/main">
            <a:off x="628650" y="42862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UI-&gt;PushMainScreen(LobbyScreenClass)를 호출한다.</a:t>
            </a:r>
          </a:p>
        </p:txBody>
      </p:sp>
      <p:sp>
        <p:nvSpPr>
          <p:cNvPr id="10" name="">
            <a:extLst xmlns:a="http://schemas.openxmlformats.org/drawingml/2006/main">
              <a:ext uri="{FF2B5EF4-FFF2-40B4-BE49-F238E27FC236}">
                <a16:creationId xmlns:a16="http://schemas.microsoft.com/office/drawing/2014/main" id="{210652B8-9947-4CA8-A417-230C095DED6B}"/>
              </a:ext>
            </a:extLst>
          </p:cNvPr>
          <p:cNvSpPr>
            <a:spLocks xmlns:a="http://schemas.openxmlformats.org/drawingml/2006/main" noGrp="1"/>
          </p:cNvSpPr>
          <p:nvPr/>
        </p:nvSpPr>
        <p:spPr>
          <a:xfrm xmlns:a="http://schemas.openxmlformats.org/drawingml/2006/main">
            <a:off x="628650" y="49244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4. 에셋 지정</a:t>
            </a:r>
          </a:p>
        </p:txBody>
      </p:sp>
      <p:sp>
        <p:nvSpPr>
          <p:cNvPr id="11" name="">
            <a:extLst xmlns:a="http://schemas.openxmlformats.org/drawingml/2006/main">
              <a:ext uri="{FF2B5EF4-FFF2-40B4-BE49-F238E27FC236}">
                <a16:creationId xmlns:a16="http://schemas.microsoft.com/office/drawing/2014/main" id="{2CB4D214-92B1-4819-85E3-D7956869BEBD}"/>
              </a:ext>
            </a:extLst>
          </p:cNvPr>
          <p:cNvSpPr>
            <a:spLocks xmlns:a="http://schemas.openxmlformats.org/drawingml/2006/main" noGrp="1"/>
          </p:cNvSpPr>
          <p:nvPr/>
        </p:nvSpPr>
        <p:spPr>
          <a:xfrm xmlns:a="http://schemas.openxmlformats.org/drawingml/2006/main">
            <a:off x="628650" y="53149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WBP_MainMenu의 LobbyScreenClass = WBP_Lobby. 실행 확인 필요.</a:t>
            </a:r>
          </a:p>
        </p:txBody>
      </p:sp>
    </p:spTree>
    <p:extLst>
      <p:ext uri="{BB962C8B-B14F-4D97-AF65-F5344CB8AC3E}">
        <p14:creationId xmlns:p14="http://schemas.microsoft.com/office/powerpoint/2010/main" val="1242798809"/>
      </p:ext>
    </p:extLst>
  </p:cSld>
</p:sld>
</file>

<file path=ppt/slides/slide21.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6244229-D992-4A04-B140-72F68135C1D5}"/>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5F7"/>
                </a:solidFill>
                <a:latin typeface="Noto Sans CJK KR"/>
                <a:ea typeface="Noto Sans CJK KR"/>
                <a:cs typeface="Noto Sans CJK KR"/>
              </a:defRPr>
            </a:pPr>
            <a:r>
              <a:rPr sz="3300" b="1">
                <a:solidFill>
                  <a:srgbClr val="F3F5F7"/>
                </a:solidFill>
                <a:latin typeface="Noto Sans CJK KR"/>
                <a:ea typeface="Noto Sans CJK KR"/>
                <a:cs typeface="Noto Sans CJK KR"/>
              </a:rPr>
              <a:t>로비와 뒤로가기</a:t>
            </a:r>
          </a:p>
        </p:txBody>
      </p:sp>
      <p:sp>
        <p:nvSpPr>
          <p:cNvPr id="2" name="">
            <a:extLst xmlns:a="http://schemas.openxmlformats.org/drawingml/2006/main">
              <a:ext uri="{FF2B5EF4-FFF2-40B4-BE49-F238E27FC236}">
                <a16:creationId xmlns:a16="http://schemas.microsoft.com/office/drawing/2014/main" id="{225ECE81-926B-4F39-B36F-4FCD81211F1D}"/>
              </a:ext>
            </a:extLst>
          </p:cNvPr>
          <p:cNvSpPr>
            <a:spLocks xmlns:a="http://schemas.openxmlformats.org/drawingml/2006/main" noGrp="1"/>
          </p:cNvSpPr>
          <p:nvPr/>
        </p:nvSpPr>
        <p:spPr>
          <a:xfrm xmlns:a="http://schemas.openxmlformats.org/drawingml/2006/main">
            <a:off x="628650" y="1190625"/>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FBDC9"/>
                </a:solidFill>
                <a:latin typeface="Noto Sans CJK KR"/>
                <a:ea typeface="Noto Sans CJK KR"/>
                <a:cs typeface="Noto Sans CJK KR"/>
              </a:defRPr>
            </a:pPr>
            <a:r>
              <a:rPr sz="1800" b="0">
                <a:solidFill>
                  <a:srgbClr val="AFBDC9"/>
                </a:solidFill>
                <a:latin typeface="Noto Sans CJK KR"/>
                <a:ea typeface="Noto Sans CJK KR"/>
                <a:cs typeface="Noto Sans CJK KR"/>
              </a:rPr>
              <a:t>예상 동작과 완료 판정을 분리한다</a:t>
            </a:r>
          </a:p>
        </p:txBody>
      </p:sp>
      <p:sp>
        <p:nvSpPr>
          <p:cNvPr id="3" name="">
            <a:extLst xmlns:a="http://schemas.openxmlformats.org/drawingml/2006/main">
              <a:ext uri="{FF2B5EF4-FFF2-40B4-BE49-F238E27FC236}">
                <a16:creationId xmlns:a16="http://schemas.microsoft.com/office/drawing/2014/main" id="{3E4C7F41-2613-4399-886C-04FB9912E02D}"/>
              </a:ext>
            </a:extLst>
          </p:cNvPr>
          <p:cNvSpPr>
            <a:spLocks xmlns:a="http://schemas.openxmlformats.org/drawingml/2006/main" noGrp="1"/>
          </p:cNvSpPr>
          <p:nvPr/>
        </p:nvSpPr>
        <p:spPr>
          <a:xfrm xmlns:a="http://schemas.openxmlformats.org/drawingml/2006/main">
            <a:off x="11049000" y="63341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FBDC9"/>
                </a:solidFill>
                <a:latin typeface="Noto Sans CJK KR"/>
                <a:ea typeface="Noto Sans CJK KR"/>
                <a:cs typeface="Noto Sans CJK KR"/>
              </a:defRPr>
            </a:pPr>
            <a:r>
              <a:rPr sz="1350" b="0">
                <a:solidFill>
                  <a:srgbClr val="AFBDC9"/>
                </a:solidFill>
                <a:latin typeface="Noto Sans CJK KR"/>
                <a:ea typeface="Noto Sans CJK KR"/>
                <a:cs typeface="Noto Sans CJK KR"/>
              </a:rPr>
              <a:t>21</a:t>
            </a:r>
          </a:p>
        </p:txBody>
      </p:sp>
      <p:sp>
        <p:nvSpPr>
          <p:cNvPr id="4" name="">
            <a:extLst xmlns:a="http://schemas.openxmlformats.org/drawingml/2006/main">
              <a:ext uri="{FF2B5EF4-FFF2-40B4-BE49-F238E27FC236}">
                <a16:creationId xmlns:a16="http://schemas.microsoft.com/office/drawing/2014/main" id="{A0CEE6C6-5D4C-4FCB-B8BA-EB01A7DAF47B}"/>
              </a:ext>
            </a:extLst>
          </p:cNvPr>
          <p:cNvSpPr>
            <a:spLocks xmlns:a="http://schemas.openxmlformats.org/drawingml/2006/main" noGrp="1"/>
          </p:cNvSpPr>
          <p:nvPr/>
        </p:nvSpPr>
        <p:spPr>
          <a:xfrm xmlns:a="http://schemas.openxmlformats.org/drawingml/2006/main">
            <a:off x="628650" y="18383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WBP_Lobby</a:t>
            </a:r>
          </a:p>
        </p:txBody>
      </p:sp>
      <p:sp>
        <p:nvSpPr>
          <p:cNvPr id="5" name="">
            <a:extLst xmlns:a="http://schemas.openxmlformats.org/drawingml/2006/main">
              <a:ext uri="{FF2B5EF4-FFF2-40B4-BE49-F238E27FC236}">
                <a16:creationId xmlns:a16="http://schemas.microsoft.com/office/drawing/2014/main" id="{DFB82941-CF2F-44A8-B783-178F65603455}"/>
              </a:ext>
            </a:extLst>
          </p:cNvPr>
          <p:cNvSpPr>
            <a:spLocks xmlns:a="http://schemas.openxmlformats.org/drawingml/2006/main" noGrp="1"/>
          </p:cNvSpPr>
          <p:nvPr/>
        </p:nvSpPr>
        <p:spPr>
          <a:xfrm xmlns:a="http://schemas.openxmlformats.org/drawingml/2006/main">
            <a:off x="628650" y="22288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부모 = UFrontendActivatableWidget. LOBBY 텍스트로 표시 확인.</a:t>
            </a:r>
          </a:p>
        </p:txBody>
      </p:sp>
      <p:sp>
        <p:nvSpPr>
          <p:cNvPr id="6" name="">
            <a:extLst xmlns:a="http://schemas.openxmlformats.org/drawingml/2006/main">
              <a:ext uri="{FF2B5EF4-FFF2-40B4-BE49-F238E27FC236}">
                <a16:creationId xmlns:a16="http://schemas.microsoft.com/office/drawing/2014/main" id="{DF459AC8-722C-43D2-9C53-63F734E325E4}"/>
              </a:ext>
            </a:extLst>
          </p:cNvPr>
          <p:cNvSpPr>
            <a:spLocks xmlns:a="http://schemas.openxmlformats.org/drawingml/2006/main" noGrp="1"/>
          </p:cNvSpPr>
          <p:nvPr/>
        </p:nvSpPr>
        <p:spPr>
          <a:xfrm xmlns:a="http://schemas.openxmlformats.org/drawingml/2006/main">
            <a:off x="628650" y="28670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로비의 옵션</a:t>
            </a:r>
          </a:p>
        </p:txBody>
      </p:sp>
      <p:sp>
        <p:nvSpPr>
          <p:cNvPr id="7" name="">
            <a:extLst xmlns:a="http://schemas.openxmlformats.org/drawingml/2006/main">
              <a:ext uri="{FF2B5EF4-FFF2-40B4-BE49-F238E27FC236}">
                <a16:creationId xmlns:a16="http://schemas.microsoft.com/office/drawing/2014/main" id="{4E6835A5-8E15-416E-AB8D-BA375422D8B7}"/>
              </a:ext>
            </a:extLst>
          </p:cNvPr>
          <p:cNvSpPr>
            <a:spLocks xmlns:a="http://schemas.openxmlformats.org/drawingml/2006/main" noGrp="1"/>
          </p:cNvSpPr>
          <p:nvPr/>
        </p:nvSpPr>
        <p:spPr>
          <a:xfrm xmlns:a="http://schemas.openxmlformats.org/drawingml/2006/main">
            <a:off x="628650" y="32575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Is Back Handler 켜기, Supports Activation Focus 켜기.</a:t>
            </a:r>
          </a:p>
        </p:txBody>
      </p:sp>
      <p:sp>
        <p:nvSpPr>
          <p:cNvPr id="8" name="">
            <a:extLst xmlns:a="http://schemas.openxmlformats.org/drawingml/2006/main">
              <a:ext uri="{FF2B5EF4-FFF2-40B4-BE49-F238E27FC236}">
                <a16:creationId xmlns:a16="http://schemas.microsoft.com/office/drawing/2014/main" id="{07044794-808F-45BA-84E5-B4C2A45293F1}"/>
              </a:ext>
            </a:extLst>
          </p:cNvPr>
          <p:cNvSpPr>
            <a:spLocks xmlns:a="http://schemas.openxmlformats.org/drawingml/2006/main" noGrp="1"/>
          </p:cNvSpPr>
          <p:nvPr/>
        </p:nvSpPr>
        <p:spPr>
          <a:xfrm xmlns:a="http://schemas.openxmlformats.org/drawingml/2006/main">
            <a:off x="628650" y="38957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메뉴의 옵션</a:t>
            </a:r>
          </a:p>
        </p:txBody>
      </p:sp>
      <p:sp>
        <p:nvSpPr>
          <p:cNvPr id="9" name="">
            <a:extLst xmlns:a="http://schemas.openxmlformats.org/drawingml/2006/main">
              <a:ext uri="{FF2B5EF4-FFF2-40B4-BE49-F238E27FC236}">
                <a16:creationId xmlns:a16="http://schemas.microsoft.com/office/drawing/2014/main" id="{942C2B97-472A-484B-BE63-73049C7E22FA}"/>
              </a:ext>
            </a:extLst>
          </p:cNvPr>
          <p:cNvSpPr>
            <a:spLocks xmlns:a="http://schemas.openxmlformats.org/drawingml/2006/main" noGrp="1"/>
          </p:cNvSpPr>
          <p:nvPr/>
        </p:nvSpPr>
        <p:spPr>
          <a:xfrm xmlns:a="http://schemas.openxmlformats.org/drawingml/2006/main">
            <a:off x="628650" y="42862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Is Back Handler 끄기. 스택이 화면 활성화를 관리하도록 설정.</a:t>
            </a:r>
          </a:p>
        </p:txBody>
      </p:sp>
      <p:sp>
        <p:nvSpPr>
          <p:cNvPr id="10" name="">
            <a:extLst xmlns:a="http://schemas.openxmlformats.org/drawingml/2006/main">
              <a:ext uri="{FF2B5EF4-FFF2-40B4-BE49-F238E27FC236}">
                <a16:creationId xmlns:a16="http://schemas.microsoft.com/office/drawing/2014/main" id="{C9050796-3A5E-4CF1-A888-961E761471EA}"/>
              </a:ext>
            </a:extLst>
          </p:cNvPr>
          <p:cNvSpPr>
            <a:spLocks xmlns:a="http://schemas.openxmlformats.org/drawingml/2006/main" noGrp="1"/>
          </p:cNvSpPr>
          <p:nvPr/>
        </p:nvSpPr>
        <p:spPr>
          <a:xfrm xmlns:a="http://schemas.openxmlformats.org/drawingml/2006/main">
            <a:off x="628650" y="49244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완료 조건</a:t>
            </a:r>
          </a:p>
        </p:txBody>
      </p:sp>
      <p:sp>
        <p:nvSpPr>
          <p:cNvPr id="11" name="">
            <a:extLst xmlns:a="http://schemas.openxmlformats.org/drawingml/2006/main">
              <a:ext uri="{FF2B5EF4-FFF2-40B4-BE49-F238E27FC236}">
                <a16:creationId xmlns:a16="http://schemas.microsoft.com/office/drawing/2014/main" id="{CDA15CC9-88FE-4AD0-90DF-3CB111DD96D2}"/>
              </a:ext>
            </a:extLst>
          </p:cNvPr>
          <p:cNvSpPr>
            <a:spLocks xmlns:a="http://schemas.openxmlformats.org/drawingml/2006/main" noGrp="1"/>
          </p:cNvSpPr>
          <p:nvPr/>
        </p:nvSpPr>
        <p:spPr>
          <a:xfrm xmlns:a="http://schemas.openxmlformats.org/drawingml/2006/main">
            <a:off x="628650" y="53149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로비 표시 후 Back으로 메뉴 복귀, 시작 버튼 재클릭까지 성공.</a:t>
            </a:r>
          </a:p>
        </p:txBody>
      </p:sp>
    </p:spTree>
    <p:extLst>
      <p:ext uri="{BB962C8B-B14F-4D97-AF65-F5344CB8AC3E}">
        <p14:creationId xmlns:p14="http://schemas.microsoft.com/office/powerpoint/2010/main" val="1385073902"/>
      </p:ext>
    </p:extLst>
  </p:cSld>
</p:sld>
</file>

<file path=ppt/slides/slide22.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D6C2024-583C-41B3-B633-D465E1EC3534}"/>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5F7"/>
                </a:solidFill>
                <a:latin typeface="Noto Sans CJK KR"/>
                <a:ea typeface="Noto Sans CJK KR"/>
                <a:cs typeface="Noto Sans CJK KR"/>
              </a:defRPr>
            </a:pPr>
            <a:r>
              <a:rPr sz="3300" b="1">
                <a:solidFill>
                  <a:srgbClr val="F3F5F7"/>
                </a:solidFill>
                <a:latin typeface="Noto Sans CJK KR"/>
                <a:ea typeface="Noto Sans CJK KR"/>
                <a:cs typeface="Noto Sans CJK KR"/>
              </a:rPr>
              <a:t>생명주기 복습</a:t>
            </a:r>
          </a:p>
        </p:txBody>
      </p:sp>
      <p:sp>
        <p:nvSpPr>
          <p:cNvPr id="2" name="">
            <a:extLst xmlns:a="http://schemas.openxmlformats.org/drawingml/2006/main">
              <a:ext uri="{FF2B5EF4-FFF2-40B4-BE49-F238E27FC236}">
                <a16:creationId xmlns:a16="http://schemas.microsoft.com/office/drawing/2014/main" id="{5091C06B-F5F0-4F13-B26D-09951AF6A59D}"/>
              </a:ext>
            </a:extLst>
          </p:cNvPr>
          <p:cNvSpPr>
            <a:spLocks xmlns:a="http://schemas.openxmlformats.org/drawingml/2006/main" noGrp="1"/>
          </p:cNvSpPr>
          <p:nvPr/>
        </p:nvSpPr>
        <p:spPr>
          <a:xfrm xmlns:a="http://schemas.openxmlformats.org/drawingml/2006/main">
            <a:off x="628650" y="1190625"/>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FBDC9"/>
                </a:solidFill>
                <a:latin typeface="Noto Sans CJK KR"/>
                <a:ea typeface="Noto Sans CJK KR"/>
                <a:cs typeface="Noto Sans CJK KR"/>
              </a:defRPr>
            </a:pPr>
            <a:r>
              <a:rPr sz="1800" b="0">
                <a:solidFill>
                  <a:srgbClr val="AFBDC9"/>
                </a:solidFill>
                <a:latin typeface="Noto Sans CJK KR"/>
                <a:ea typeface="Noto Sans CJK KR"/>
                <a:cs typeface="Noto Sans CJK KR"/>
              </a:rPr>
              <a:t>객체 초기화와 화면 활성화는 서로 다른 시점이다</a:t>
            </a:r>
          </a:p>
        </p:txBody>
      </p:sp>
      <p:sp>
        <p:nvSpPr>
          <p:cNvPr id="3" name="">
            <a:extLst xmlns:a="http://schemas.openxmlformats.org/drawingml/2006/main">
              <a:ext uri="{FF2B5EF4-FFF2-40B4-BE49-F238E27FC236}">
                <a16:creationId xmlns:a16="http://schemas.microsoft.com/office/drawing/2014/main" id="{E888DBC0-7EC5-4032-A82E-96B82444D468}"/>
              </a:ext>
            </a:extLst>
          </p:cNvPr>
          <p:cNvSpPr>
            <a:spLocks xmlns:a="http://schemas.openxmlformats.org/drawingml/2006/main" noGrp="1"/>
          </p:cNvSpPr>
          <p:nvPr/>
        </p:nvSpPr>
        <p:spPr>
          <a:xfrm xmlns:a="http://schemas.openxmlformats.org/drawingml/2006/main">
            <a:off x="11049000" y="63341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FBDC9"/>
                </a:solidFill>
                <a:latin typeface="Noto Sans CJK KR"/>
                <a:ea typeface="Noto Sans CJK KR"/>
                <a:cs typeface="Noto Sans CJK KR"/>
              </a:defRPr>
            </a:pPr>
            <a:r>
              <a:rPr sz="1350" b="0">
                <a:solidFill>
                  <a:srgbClr val="AFBDC9"/>
                </a:solidFill>
                <a:latin typeface="Noto Sans CJK KR"/>
                <a:ea typeface="Noto Sans CJK KR"/>
                <a:cs typeface="Noto Sans CJK KR"/>
              </a:rPr>
              <a:t>22</a:t>
            </a:r>
          </a:p>
        </p:txBody>
      </p:sp>
      <p:sp>
        <p:nvSpPr>
          <p:cNvPr id="4" name="">
            <a:extLst xmlns:a="http://schemas.openxmlformats.org/drawingml/2006/main">
              <a:ext uri="{FF2B5EF4-FFF2-40B4-BE49-F238E27FC236}">
                <a16:creationId xmlns:a16="http://schemas.microsoft.com/office/drawing/2014/main" id="{EDC438FE-66AB-47C8-9604-4891F03EF16B}"/>
              </a:ext>
            </a:extLst>
          </p:cNvPr>
          <p:cNvSpPr>
            <a:spLocks xmlns:a="http://schemas.openxmlformats.org/drawingml/2006/main" noGrp="1"/>
          </p:cNvSpPr>
          <p:nvPr/>
        </p:nvSpPr>
        <p:spPr>
          <a:xfrm xmlns:a="http://schemas.openxmlformats.org/drawingml/2006/main">
            <a:off x="628650" y="18383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NativeOnInitialized</a:t>
            </a:r>
          </a:p>
        </p:txBody>
      </p:sp>
      <p:sp>
        <p:nvSpPr>
          <p:cNvPr id="5" name="">
            <a:extLst xmlns:a="http://schemas.openxmlformats.org/drawingml/2006/main">
              <a:ext uri="{FF2B5EF4-FFF2-40B4-BE49-F238E27FC236}">
                <a16:creationId xmlns:a16="http://schemas.microsoft.com/office/drawing/2014/main" id="{EF4A6C1A-7AF8-4AEB-9AB2-94991B138CC4}"/>
              </a:ext>
            </a:extLst>
          </p:cNvPr>
          <p:cNvSpPr>
            <a:spLocks xmlns:a="http://schemas.openxmlformats.org/drawingml/2006/main" noGrp="1"/>
          </p:cNvSpPr>
          <p:nvPr/>
        </p:nvSpPr>
        <p:spPr>
          <a:xfrm xmlns:a="http://schemas.openxmlformats.org/drawingml/2006/main">
            <a:off x="628650" y="22288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런타임 인스턴스의 일회성 준비. 내부 버튼 이벤트 연결에 적합.</a:t>
            </a:r>
          </a:p>
        </p:txBody>
      </p:sp>
      <p:sp>
        <p:nvSpPr>
          <p:cNvPr id="6" name="">
            <a:extLst xmlns:a="http://schemas.openxmlformats.org/drawingml/2006/main">
              <a:ext uri="{FF2B5EF4-FFF2-40B4-BE49-F238E27FC236}">
                <a16:creationId xmlns:a16="http://schemas.microsoft.com/office/drawing/2014/main" id="{6294E552-336C-444E-93B9-12B92652B462}"/>
              </a:ext>
            </a:extLst>
          </p:cNvPr>
          <p:cNvSpPr>
            <a:spLocks xmlns:a="http://schemas.openxmlformats.org/drawingml/2006/main" noGrp="1"/>
          </p:cNvSpPr>
          <p:nvPr/>
        </p:nvSpPr>
        <p:spPr>
          <a:xfrm xmlns:a="http://schemas.openxmlformats.org/drawingml/2006/main">
            <a:off x="628650" y="28670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NativeConstruct / NativeDestruct</a:t>
            </a:r>
          </a:p>
        </p:txBody>
      </p:sp>
      <p:sp>
        <p:nvSpPr>
          <p:cNvPr id="7" name="">
            <a:extLst xmlns:a="http://schemas.openxmlformats.org/drawingml/2006/main">
              <a:ext uri="{FF2B5EF4-FFF2-40B4-BE49-F238E27FC236}">
                <a16:creationId xmlns:a16="http://schemas.microsoft.com/office/drawing/2014/main" id="{044ABC12-F989-4D2F-A6F1-D9E4AF8FCA56}"/>
              </a:ext>
            </a:extLst>
          </p:cNvPr>
          <p:cNvSpPr>
            <a:spLocks xmlns:a="http://schemas.openxmlformats.org/drawingml/2006/main" noGrp="1"/>
          </p:cNvSpPr>
          <p:nvPr/>
        </p:nvSpPr>
        <p:spPr>
          <a:xfrm xmlns:a="http://schemas.openxmlformats.org/drawingml/2006/main">
            <a:off x="628650" y="32575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하위 Slate 구성의 생성·해제와 관련. UObject 소멸과 동일시하지 않는다.</a:t>
            </a:r>
          </a:p>
        </p:txBody>
      </p:sp>
      <p:sp>
        <p:nvSpPr>
          <p:cNvPr id="8" name="">
            <a:extLst xmlns:a="http://schemas.openxmlformats.org/drawingml/2006/main">
              <a:ext uri="{FF2B5EF4-FFF2-40B4-BE49-F238E27FC236}">
                <a16:creationId xmlns:a16="http://schemas.microsoft.com/office/drawing/2014/main" id="{2291644F-7964-41A6-B3F6-1014983817FC}"/>
              </a:ext>
            </a:extLst>
          </p:cNvPr>
          <p:cNvSpPr>
            <a:spLocks xmlns:a="http://schemas.openxmlformats.org/drawingml/2006/main" noGrp="1"/>
          </p:cNvSpPr>
          <p:nvPr/>
        </p:nvSpPr>
        <p:spPr>
          <a:xfrm xmlns:a="http://schemas.openxmlformats.org/drawingml/2006/main">
            <a:off x="628650" y="38957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NativeOnActivated / NativeOnDeactivated</a:t>
            </a:r>
          </a:p>
        </p:txBody>
      </p:sp>
      <p:sp>
        <p:nvSpPr>
          <p:cNvPr id="9" name="">
            <a:extLst xmlns:a="http://schemas.openxmlformats.org/drawingml/2006/main">
              <a:ext uri="{FF2B5EF4-FFF2-40B4-BE49-F238E27FC236}">
                <a16:creationId xmlns:a16="http://schemas.microsoft.com/office/drawing/2014/main" id="{69CCB0EB-8D50-46B4-A964-70EED9D3BD9D}"/>
              </a:ext>
            </a:extLst>
          </p:cNvPr>
          <p:cNvSpPr>
            <a:spLocks xmlns:a="http://schemas.openxmlformats.org/drawingml/2006/main" noGrp="1"/>
          </p:cNvSpPr>
          <p:nvPr/>
        </p:nvSpPr>
        <p:spPr>
          <a:xfrm xmlns:a="http://schemas.openxmlformats.org/drawingml/2006/main">
            <a:off x="628650" y="42862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CommonUI 화면의 활성 구간. 재진입 갱신과 구독 범위를 설계한다.</a:t>
            </a:r>
          </a:p>
        </p:txBody>
      </p:sp>
      <p:sp>
        <p:nvSpPr>
          <p:cNvPr id="10" name="">
            <a:extLst xmlns:a="http://schemas.openxmlformats.org/drawingml/2006/main">
              <a:ext uri="{FF2B5EF4-FFF2-40B4-BE49-F238E27FC236}">
                <a16:creationId xmlns:a16="http://schemas.microsoft.com/office/drawing/2014/main" id="{96D9B4CA-BF2E-4996-A5A7-2837943184FD}"/>
              </a:ext>
            </a:extLst>
          </p:cNvPr>
          <p:cNvSpPr>
            <a:spLocks xmlns:a="http://schemas.openxmlformats.org/drawingml/2006/main" noGrp="1"/>
          </p:cNvSpPr>
          <p:nvPr/>
        </p:nvSpPr>
        <p:spPr>
          <a:xfrm xmlns:a="http://schemas.openxmlformats.org/drawingml/2006/main">
            <a:off x="628650" y="49244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반복 진입 시 주의</a:t>
            </a:r>
          </a:p>
        </p:txBody>
      </p:sp>
      <p:sp>
        <p:nvSpPr>
          <p:cNvPr id="11" name="">
            <a:extLst xmlns:a="http://schemas.openxmlformats.org/drawingml/2006/main">
              <a:ext uri="{FF2B5EF4-FFF2-40B4-BE49-F238E27FC236}">
                <a16:creationId xmlns:a16="http://schemas.microsoft.com/office/drawing/2014/main" id="{58D2DA4D-02BB-4008-A49E-B89D94A1711B}"/>
              </a:ext>
            </a:extLst>
          </p:cNvPr>
          <p:cNvSpPr>
            <a:spLocks xmlns:a="http://schemas.openxmlformats.org/drawingml/2006/main" noGrp="1"/>
          </p:cNvSpPr>
          <p:nvPr/>
        </p:nvSpPr>
        <p:spPr>
          <a:xfrm xmlns:a="http://schemas.openxmlformats.org/drawingml/2006/main">
            <a:off x="628650" y="53149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비활성화 때 해제한 구독은 재활성화 때 다시 연결해야 한다.</a:t>
            </a:r>
          </a:p>
        </p:txBody>
      </p:sp>
    </p:spTree>
    <p:extLst>
      <p:ext uri="{BB962C8B-B14F-4D97-AF65-F5344CB8AC3E}">
        <p14:creationId xmlns:p14="http://schemas.microsoft.com/office/powerpoint/2010/main" val="1958652119"/>
      </p:ext>
    </p:extLst>
  </p:cSld>
</p:sld>
</file>

<file path=ppt/slides/slide23.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89C28EC-9FAE-4F42-B74F-44ECA2B7B964}"/>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5F7"/>
                </a:solidFill>
                <a:latin typeface="Noto Sans CJK KR"/>
                <a:ea typeface="Noto Sans CJK KR"/>
                <a:cs typeface="Noto Sans CJK KR"/>
              </a:defRPr>
            </a:pPr>
            <a:r>
              <a:rPr sz="3300" b="1">
                <a:solidFill>
                  <a:srgbClr val="F3F5F7"/>
                </a:solidFill>
                <a:latin typeface="Noto Sans CJK KR"/>
                <a:ea typeface="Noto Sans CJK KR"/>
                <a:cs typeface="Noto Sans CJK KR"/>
              </a:rPr>
              <a:t>SynchronizeProperties 복습</a:t>
            </a:r>
          </a:p>
        </p:txBody>
      </p:sp>
      <p:sp>
        <p:nvSpPr>
          <p:cNvPr id="2" name="">
            <a:extLst xmlns:a="http://schemas.openxmlformats.org/drawingml/2006/main">
              <a:ext uri="{FF2B5EF4-FFF2-40B4-BE49-F238E27FC236}">
                <a16:creationId xmlns:a16="http://schemas.microsoft.com/office/drawing/2014/main" id="{5A57DD12-2A46-41AA-BE04-2A94C3B90798}"/>
              </a:ext>
            </a:extLst>
          </p:cNvPr>
          <p:cNvSpPr>
            <a:spLocks xmlns:a="http://schemas.openxmlformats.org/drawingml/2006/main" noGrp="1"/>
          </p:cNvSpPr>
          <p:nvPr/>
        </p:nvSpPr>
        <p:spPr>
          <a:xfrm xmlns:a="http://schemas.openxmlformats.org/drawingml/2006/main">
            <a:off x="628650" y="1190625"/>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FBDC9"/>
                </a:solidFill>
                <a:latin typeface="Noto Sans CJK KR"/>
                <a:ea typeface="Noto Sans CJK KR"/>
                <a:cs typeface="Noto Sans CJK KR"/>
              </a:defRPr>
            </a:pPr>
            <a:r>
              <a:rPr sz="1800" b="0">
                <a:solidFill>
                  <a:srgbClr val="AFBDC9"/>
                </a:solidFill>
                <a:latin typeface="Noto Sans CJK KR"/>
                <a:ea typeface="Noto Sans CJK KR"/>
                <a:cs typeface="Noto Sans CJK KR"/>
              </a:rPr>
              <a:t>엔진이 제공하는 속성 반영 시점이라는 점이 핵심</a:t>
            </a:r>
          </a:p>
        </p:txBody>
      </p:sp>
      <p:sp>
        <p:nvSpPr>
          <p:cNvPr id="3" name="">
            <a:extLst xmlns:a="http://schemas.openxmlformats.org/drawingml/2006/main">
              <a:ext uri="{FF2B5EF4-FFF2-40B4-BE49-F238E27FC236}">
                <a16:creationId xmlns:a16="http://schemas.microsoft.com/office/drawing/2014/main" id="{6B7C637E-19D2-4580-9A99-8511E32E5E09}"/>
              </a:ext>
            </a:extLst>
          </p:cNvPr>
          <p:cNvSpPr>
            <a:spLocks xmlns:a="http://schemas.openxmlformats.org/drawingml/2006/main" noGrp="1"/>
          </p:cNvSpPr>
          <p:nvPr/>
        </p:nvSpPr>
        <p:spPr>
          <a:xfrm xmlns:a="http://schemas.openxmlformats.org/drawingml/2006/main">
            <a:off x="11049000" y="63341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FBDC9"/>
                </a:solidFill>
                <a:latin typeface="Noto Sans CJK KR"/>
                <a:ea typeface="Noto Sans CJK KR"/>
                <a:cs typeface="Noto Sans CJK KR"/>
              </a:defRPr>
            </a:pPr>
            <a:r>
              <a:rPr sz="1350" b="0">
                <a:solidFill>
                  <a:srgbClr val="AFBDC9"/>
                </a:solidFill>
                <a:latin typeface="Noto Sans CJK KR"/>
                <a:ea typeface="Noto Sans CJK KR"/>
                <a:cs typeface="Noto Sans CJK KR"/>
              </a:rPr>
              <a:t>23</a:t>
            </a:r>
          </a:p>
        </p:txBody>
      </p:sp>
      <p:sp>
        <p:nvSpPr>
          <p:cNvPr id="4" name="">
            <a:extLst xmlns:a="http://schemas.openxmlformats.org/drawingml/2006/main">
              <a:ext uri="{FF2B5EF4-FFF2-40B4-BE49-F238E27FC236}">
                <a16:creationId xmlns:a16="http://schemas.microsoft.com/office/drawing/2014/main" id="{0BA078EB-6F22-4118-B9BC-EE8E01970FC9}"/>
              </a:ext>
            </a:extLst>
          </p:cNvPr>
          <p:cNvSpPr>
            <a:spLocks xmlns:a="http://schemas.openxmlformats.org/drawingml/2006/main" noGrp="1"/>
          </p:cNvSpPr>
          <p:nvPr/>
        </p:nvSpPr>
        <p:spPr>
          <a:xfrm xmlns:a="http://schemas.openxmlformats.org/drawingml/2006/main">
            <a:off x="628650" y="18383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호출 목적</a:t>
            </a:r>
          </a:p>
        </p:txBody>
      </p:sp>
      <p:sp>
        <p:nvSpPr>
          <p:cNvPr id="5" name="">
            <a:extLst xmlns:a="http://schemas.openxmlformats.org/drawingml/2006/main">
              <a:ext uri="{FF2B5EF4-FFF2-40B4-BE49-F238E27FC236}">
                <a16:creationId xmlns:a16="http://schemas.microsoft.com/office/drawing/2014/main" id="{A271ED2D-38BB-4A1D-99FC-19AF6FFBC529}"/>
              </a:ext>
            </a:extLst>
          </p:cNvPr>
          <p:cNvSpPr>
            <a:spLocks xmlns:a="http://schemas.openxmlformats.org/drawingml/2006/main" noGrp="1"/>
          </p:cNvSpPr>
          <p:nvPr/>
        </p:nvSpPr>
        <p:spPr>
          <a:xfrm xmlns:a="http://schemas.openxmlformats.org/drawingml/2006/main">
            <a:off x="628650" y="22288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위젯 속성을 실제 표시 상태에 반영한다. 에디터에서도 호출 가능.</a:t>
            </a:r>
          </a:p>
        </p:txBody>
      </p:sp>
      <p:sp>
        <p:nvSpPr>
          <p:cNvPr id="6" name="">
            <a:extLst xmlns:a="http://schemas.openxmlformats.org/drawingml/2006/main">
              <a:ext uri="{FF2B5EF4-FFF2-40B4-BE49-F238E27FC236}">
                <a16:creationId xmlns:a16="http://schemas.microsoft.com/office/drawing/2014/main" id="{7E1F316B-01D0-4DBD-BB46-FFC049AA3A52}"/>
              </a:ext>
            </a:extLst>
          </p:cNvPr>
          <p:cNvSpPr>
            <a:spLocks xmlns:a="http://schemas.openxmlformats.org/drawingml/2006/main" noGrp="1"/>
          </p:cNvSpPr>
          <p:nvPr/>
        </p:nvSpPr>
        <p:spPr>
          <a:xfrm xmlns:a="http://schemas.openxmlformats.org/drawingml/2006/main">
            <a:off x="628650" y="28670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Super의 역할</a:t>
            </a:r>
          </a:p>
        </p:txBody>
      </p:sp>
      <p:sp>
        <p:nvSpPr>
          <p:cNvPr id="7" name="">
            <a:extLst xmlns:a="http://schemas.openxmlformats.org/drawingml/2006/main">
              <a:ext uri="{FF2B5EF4-FFF2-40B4-BE49-F238E27FC236}">
                <a16:creationId xmlns:a16="http://schemas.microsoft.com/office/drawing/2014/main" id="{1AF18802-9338-43CE-BD7B-3CBD66EDF3E6}"/>
              </a:ext>
            </a:extLst>
          </p:cNvPr>
          <p:cNvSpPr>
            <a:spLocks xmlns:a="http://schemas.openxmlformats.org/drawingml/2006/main" noGrp="1"/>
          </p:cNvSpPr>
          <p:nvPr/>
        </p:nvSpPr>
        <p:spPr>
          <a:xfrm xmlns:a="http://schemas.openxmlformats.org/drawingml/2006/main">
            <a:off x="628650" y="32575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부모가 담당한 속성을 적용한다. 자식의 임의 데이터까지 알지는 못한다.</a:t>
            </a:r>
          </a:p>
        </p:txBody>
      </p:sp>
      <p:sp>
        <p:nvSpPr>
          <p:cNvPr id="8" name="">
            <a:extLst xmlns:a="http://schemas.openxmlformats.org/drawingml/2006/main">
              <a:ext uri="{FF2B5EF4-FFF2-40B4-BE49-F238E27FC236}">
                <a16:creationId xmlns:a16="http://schemas.microsoft.com/office/drawing/2014/main" id="{08354050-9B77-4061-8287-1F921DEF3033}"/>
              </a:ext>
            </a:extLst>
          </p:cNvPr>
          <p:cNvSpPr>
            <a:spLocks xmlns:a="http://schemas.openxmlformats.org/drawingml/2006/main" noGrp="1"/>
          </p:cNvSpPr>
          <p:nvPr/>
        </p:nvSpPr>
        <p:spPr>
          <a:xfrm xmlns:a="http://schemas.openxmlformats.org/drawingml/2006/main">
            <a:off x="628650" y="38957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직접 갱신도 가능</a:t>
            </a:r>
          </a:p>
        </p:txBody>
      </p:sp>
      <p:sp>
        <p:nvSpPr>
          <p:cNvPr id="9" name="">
            <a:extLst xmlns:a="http://schemas.openxmlformats.org/drawingml/2006/main">
              <a:ext uri="{FF2B5EF4-FFF2-40B4-BE49-F238E27FC236}">
                <a16:creationId xmlns:a16="http://schemas.microsoft.com/office/drawing/2014/main" id="{0E7DB22D-3B06-4C02-B907-8EC77B012B1B}"/>
              </a:ext>
            </a:extLst>
          </p:cNvPr>
          <p:cNvSpPr>
            <a:spLocks xmlns:a="http://schemas.openxmlformats.org/drawingml/2006/main" noGrp="1"/>
          </p:cNvSpPr>
          <p:nvPr/>
        </p:nvSpPr>
        <p:spPr>
          <a:xfrm xmlns:a="http://schemas.openxmlformats.org/drawingml/2006/main">
            <a:off x="628650" y="42862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SetText나 별도 Refresh 함수로 런타임 데이터를 갱신할 수 있다.</a:t>
            </a:r>
          </a:p>
        </p:txBody>
      </p:sp>
      <p:sp>
        <p:nvSpPr>
          <p:cNvPr id="10" name="">
            <a:extLst xmlns:a="http://schemas.openxmlformats.org/drawingml/2006/main">
              <a:ext uri="{FF2B5EF4-FFF2-40B4-BE49-F238E27FC236}">
                <a16:creationId xmlns:a16="http://schemas.microsoft.com/office/drawing/2014/main" id="{0126D687-1048-48F3-91C2-48F674B1D2FC}"/>
              </a:ext>
            </a:extLst>
          </p:cNvPr>
          <p:cNvSpPr>
            <a:spLocks xmlns:a="http://schemas.openxmlformats.org/drawingml/2006/main" noGrp="1"/>
          </p:cNvSpPr>
          <p:nvPr/>
        </p:nvSpPr>
        <p:spPr>
          <a:xfrm xmlns:a="http://schemas.openxmlformats.org/drawingml/2006/main">
            <a:off x="628650" y="49244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정정할 이해</a:t>
            </a:r>
          </a:p>
        </p:txBody>
      </p:sp>
      <p:sp>
        <p:nvSpPr>
          <p:cNvPr id="11" name="">
            <a:extLst xmlns:a="http://schemas.openxmlformats.org/drawingml/2006/main">
              <a:ext uri="{FF2B5EF4-FFF2-40B4-BE49-F238E27FC236}">
                <a16:creationId xmlns:a16="http://schemas.microsoft.com/office/drawing/2014/main" id="{68717438-18FD-447B-BEE0-922815577350}"/>
              </a:ext>
            </a:extLst>
          </p:cNvPr>
          <p:cNvSpPr>
            <a:spLocks xmlns:a="http://schemas.openxmlformats.org/drawingml/2006/main" noGrp="1"/>
          </p:cNvSpPr>
          <p:nvPr/>
        </p:nvSpPr>
        <p:spPr>
          <a:xfrm xmlns:a="http://schemas.openxmlformats.org/drawingml/2006/main">
            <a:off x="628650" y="53149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호출 스택 안의 모든 UI를 자동으로 갱신하는 전역 리프레시가 아니다.</a:t>
            </a:r>
          </a:p>
        </p:txBody>
      </p:sp>
    </p:spTree>
    <p:extLst>
      <p:ext uri="{BB962C8B-B14F-4D97-AF65-F5344CB8AC3E}">
        <p14:creationId xmlns:p14="http://schemas.microsoft.com/office/powerpoint/2010/main" val="1368360686"/>
      </p:ext>
    </p:extLst>
  </p:cSld>
</p:sld>
</file>

<file path=ppt/slides/slide24.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16F00C1-ED31-4A64-B5DF-E9FCC211C1FE}"/>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5F7"/>
                </a:solidFill>
                <a:latin typeface="Noto Sans CJK KR"/>
                <a:ea typeface="Noto Sans CJK KR"/>
                <a:cs typeface="Noto Sans CJK KR"/>
              </a:defRPr>
            </a:pPr>
            <a:r>
              <a:rPr sz="3300" b="1">
                <a:solidFill>
                  <a:srgbClr val="F3F5F7"/>
                </a:solidFill>
                <a:latin typeface="Noto Sans CJK KR"/>
                <a:ea typeface="Noto Sans CJK KR"/>
                <a:cs typeface="Noto Sans CJK KR"/>
              </a:rPr>
              <a:t>오늘 겪은 오류와 해결 기준</a:t>
            </a:r>
          </a:p>
        </p:txBody>
      </p:sp>
      <p:sp>
        <p:nvSpPr>
          <p:cNvPr id="2" name="">
            <a:extLst xmlns:a="http://schemas.openxmlformats.org/drawingml/2006/main">
              <a:ext uri="{FF2B5EF4-FFF2-40B4-BE49-F238E27FC236}">
                <a16:creationId xmlns:a16="http://schemas.microsoft.com/office/drawing/2014/main" id="{E9E05DFE-5BA6-42FA-96BB-361968415EEF}"/>
              </a:ext>
            </a:extLst>
          </p:cNvPr>
          <p:cNvSpPr>
            <a:spLocks xmlns:a="http://schemas.openxmlformats.org/drawingml/2006/main" noGrp="1"/>
          </p:cNvSpPr>
          <p:nvPr/>
        </p:nvSpPr>
        <p:spPr>
          <a:xfrm xmlns:a="http://schemas.openxmlformats.org/drawingml/2006/main">
            <a:off x="628650" y="1190625"/>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FBDC9"/>
                </a:solidFill>
                <a:latin typeface="Noto Sans CJK KR"/>
                <a:ea typeface="Noto Sans CJK KR"/>
                <a:cs typeface="Noto Sans CJK KR"/>
              </a:defRPr>
            </a:pPr>
            <a:r>
              <a:rPr sz="1800" b="0">
                <a:solidFill>
                  <a:srgbClr val="AFBDC9"/>
                </a:solidFill>
                <a:latin typeface="Noto Sans CJK KR"/>
                <a:ea typeface="Noto Sans CJK KR"/>
                <a:cs typeface="Noto Sans CJK KR"/>
              </a:rPr>
              <a:t>첫 원인부터 고치고 다시 빌드한다</a:t>
            </a:r>
          </a:p>
        </p:txBody>
      </p:sp>
      <p:sp>
        <p:nvSpPr>
          <p:cNvPr id="3" name="">
            <a:extLst xmlns:a="http://schemas.openxmlformats.org/drawingml/2006/main">
              <a:ext uri="{FF2B5EF4-FFF2-40B4-BE49-F238E27FC236}">
                <a16:creationId xmlns:a16="http://schemas.microsoft.com/office/drawing/2014/main" id="{60C75AE6-A829-444D-8C9C-7082EC8A6DBF}"/>
              </a:ext>
            </a:extLst>
          </p:cNvPr>
          <p:cNvSpPr>
            <a:spLocks xmlns:a="http://schemas.openxmlformats.org/drawingml/2006/main" noGrp="1"/>
          </p:cNvSpPr>
          <p:nvPr/>
        </p:nvSpPr>
        <p:spPr>
          <a:xfrm xmlns:a="http://schemas.openxmlformats.org/drawingml/2006/main">
            <a:off x="11049000" y="63341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FBDC9"/>
                </a:solidFill>
                <a:latin typeface="Noto Sans CJK KR"/>
                <a:ea typeface="Noto Sans CJK KR"/>
                <a:cs typeface="Noto Sans CJK KR"/>
              </a:defRPr>
            </a:pPr>
            <a:r>
              <a:rPr sz="1350" b="0">
                <a:solidFill>
                  <a:srgbClr val="AFBDC9"/>
                </a:solidFill>
                <a:latin typeface="Noto Sans CJK KR"/>
                <a:ea typeface="Noto Sans CJK KR"/>
                <a:cs typeface="Noto Sans CJK KR"/>
              </a:rPr>
              <a:t>24</a:t>
            </a:r>
          </a:p>
        </p:txBody>
      </p:sp>
      <p:sp>
        <p:nvSpPr>
          <p:cNvPr id="4" name="">
            <a:extLst xmlns:a="http://schemas.openxmlformats.org/drawingml/2006/main">
              <a:ext uri="{FF2B5EF4-FFF2-40B4-BE49-F238E27FC236}">
                <a16:creationId xmlns:a16="http://schemas.microsoft.com/office/drawing/2014/main" id="{AFFB744C-5942-4A9B-82E1-A772BE2F43C8}"/>
              </a:ext>
            </a:extLst>
          </p:cNvPr>
          <p:cNvSpPr>
            <a:spLocks xmlns:a="http://schemas.openxmlformats.org/drawingml/2006/main" noGrp="1"/>
          </p:cNvSpPr>
          <p:nvPr/>
        </p:nvSpPr>
        <p:spPr>
          <a:xfrm xmlns:a="http://schemas.openxmlformats.org/drawingml/2006/main">
            <a:off x="628650" y="18383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include 파일을 찾지 못함</a:t>
            </a:r>
          </a:p>
        </p:txBody>
      </p:sp>
      <p:sp>
        <p:nvSpPr>
          <p:cNvPr id="5" name="">
            <a:extLst xmlns:a="http://schemas.openxmlformats.org/drawingml/2006/main">
              <a:ext uri="{FF2B5EF4-FFF2-40B4-BE49-F238E27FC236}">
                <a16:creationId xmlns:a16="http://schemas.microsoft.com/office/drawing/2014/main" id="{8D960EE0-F53D-4A4D-9442-F6F9137BB1BA}"/>
              </a:ext>
            </a:extLst>
          </p:cNvPr>
          <p:cNvSpPr>
            <a:spLocks xmlns:a="http://schemas.openxmlformats.org/drawingml/2006/main" noGrp="1"/>
          </p:cNvSpPr>
          <p:nvPr/>
        </p:nvSpPr>
        <p:spPr>
          <a:xfrm xmlns:a="http://schemas.openxmlformats.org/drawingml/2006/main">
            <a:off x="628650" y="22288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Public/Private 실제 위치와 UI/Core 경로가 일치하는지 확인.</a:t>
            </a:r>
          </a:p>
        </p:txBody>
      </p:sp>
      <p:sp>
        <p:nvSpPr>
          <p:cNvPr id="6" name="">
            <a:extLst xmlns:a="http://schemas.openxmlformats.org/drawingml/2006/main">
              <a:ext uri="{FF2B5EF4-FFF2-40B4-BE49-F238E27FC236}">
                <a16:creationId xmlns:a16="http://schemas.microsoft.com/office/drawing/2014/main" id="{4CE2E177-08F9-4CB1-8255-10024DFAF24C}"/>
              </a:ext>
            </a:extLst>
          </p:cNvPr>
          <p:cNvSpPr>
            <a:spLocks xmlns:a="http://schemas.openxmlformats.org/drawingml/2006/main" noGrp="1"/>
          </p:cNvSpPr>
          <p:nvPr/>
        </p:nvSpPr>
        <p:spPr>
          <a:xfrm xmlns:a="http://schemas.openxmlformats.org/drawingml/2006/main">
            <a:off x="628650" y="28670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UHT / generated.h 오류</a:t>
            </a:r>
          </a:p>
        </p:txBody>
      </p:sp>
      <p:sp>
        <p:nvSpPr>
          <p:cNvPr id="7" name="">
            <a:extLst xmlns:a="http://schemas.openxmlformats.org/drawingml/2006/main">
              <a:ext uri="{FF2B5EF4-FFF2-40B4-BE49-F238E27FC236}">
                <a16:creationId xmlns:a16="http://schemas.microsoft.com/office/drawing/2014/main" id="{BF85911A-1CD7-419B-AFD3-4D701B69D646}"/>
              </a:ext>
            </a:extLst>
          </p:cNvPr>
          <p:cNvSpPr>
            <a:spLocks xmlns:a="http://schemas.openxmlformats.org/drawingml/2006/main" noGrp="1"/>
          </p:cNvSpPr>
          <p:nvPr/>
        </p:nvSpPr>
        <p:spPr>
          <a:xfrm xmlns:a="http://schemas.openxmlformats.org/drawingml/2006/main">
            <a:off x="628650" y="32575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클래스명, 파일명, 자신의 generated.h 마지막 include를 확인.</a:t>
            </a:r>
          </a:p>
        </p:txBody>
      </p:sp>
      <p:sp>
        <p:nvSpPr>
          <p:cNvPr id="8" name="">
            <a:extLst xmlns:a="http://schemas.openxmlformats.org/drawingml/2006/main">
              <a:ext uri="{FF2B5EF4-FFF2-40B4-BE49-F238E27FC236}">
                <a16:creationId xmlns:a16="http://schemas.microsoft.com/office/drawing/2014/main" id="{559FDD83-E454-4427-B0E5-540C4C4E1394}"/>
              </a:ext>
            </a:extLst>
          </p:cNvPr>
          <p:cNvSpPr>
            <a:spLocks xmlns:a="http://schemas.openxmlformats.org/drawingml/2006/main" noGrp="1"/>
          </p:cNvSpPr>
          <p:nvPr/>
        </p:nvSpPr>
        <p:spPr>
          <a:xfrm xmlns:a="http://schemas.openxmlformats.org/drawingml/2006/main">
            <a:off x="628650" y="38957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복사한 코드의 클래스가 다름</a:t>
            </a:r>
          </a:p>
        </p:txBody>
      </p:sp>
      <p:sp>
        <p:nvSpPr>
          <p:cNvPr id="9" name="">
            <a:extLst xmlns:a="http://schemas.openxmlformats.org/drawingml/2006/main">
              <a:ext uri="{FF2B5EF4-FFF2-40B4-BE49-F238E27FC236}">
                <a16:creationId xmlns:a16="http://schemas.microsoft.com/office/drawing/2014/main" id="{65CDB5C9-5BC8-4F59-8310-0C3DAEA0916A}"/>
              </a:ext>
            </a:extLst>
          </p:cNvPr>
          <p:cNvSpPr>
            <a:spLocks xmlns:a="http://schemas.openxmlformats.org/drawingml/2006/main" noGrp="1"/>
          </p:cNvSpPr>
          <p:nvPr/>
        </p:nvSpPr>
        <p:spPr>
          <a:xfrm xmlns:a="http://schemas.openxmlformats.org/drawingml/2006/main">
            <a:off x="628650" y="42862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Controller 헤더에 Root 클래스가 중복 선언됐는지 확인.</a:t>
            </a:r>
          </a:p>
        </p:txBody>
      </p:sp>
      <p:sp>
        <p:nvSpPr>
          <p:cNvPr id="10" name="">
            <a:extLst xmlns:a="http://schemas.openxmlformats.org/drawingml/2006/main">
              <a:ext uri="{FF2B5EF4-FFF2-40B4-BE49-F238E27FC236}">
                <a16:creationId xmlns:a16="http://schemas.microsoft.com/office/drawing/2014/main" id="{953E900D-B34B-485C-A520-9B59089FAF53}"/>
              </a:ext>
            </a:extLst>
          </p:cNvPr>
          <p:cNvSpPr>
            <a:spLocks xmlns:a="http://schemas.openxmlformats.org/drawingml/2006/main" noGrp="1"/>
          </p:cNvSpPr>
          <p:nvPr/>
        </p:nvSpPr>
        <p:spPr>
          <a:xfrm xmlns:a="http://schemas.openxmlformats.org/drawingml/2006/main">
            <a:off x="628650" y="49244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후속 오류가 대량 발생</a:t>
            </a:r>
          </a:p>
        </p:txBody>
      </p:sp>
      <p:sp>
        <p:nvSpPr>
          <p:cNvPr id="11" name="">
            <a:extLst xmlns:a="http://schemas.openxmlformats.org/drawingml/2006/main">
              <a:ext uri="{FF2B5EF4-FFF2-40B4-BE49-F238E27FC236}">
                <a16:creationId xmlns:a16="http://schemas.microsoft.com/office/drawing/2014/main" id="{FDB68604-D89C-4CFB-BFA8-91193B1C6379}"/>
              </a:ext>
            </a:extLst>
          </p:cNvPr>
          <p:cNvSpPr>
            <a:spLocks xmlns:a="http://schemas.openxmlformats.org/drawingml/2006/main" noGrp="1"/>
          </p:cNvSpPr>
          <p:nvPr/>
        </p:nvSpPr>
        <p:spPr>
          <a:xfrm xmlns:a="http://schemas.openxmlformats.org/drawingml/2006/main">
            <a:off x="628650" y="53149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최초 프로젝트 오류를 먼저 수정. 엔진 헤더를 임의 수정하지 않는다.</a:t>
            </a:r>
          </a:p>
        </p:txBody>
      </p:sp>
    </p:spTree>
    <p:extLst>
      <p:ext uri="{BB962C8B-B14F-4D97-AF65-F5344CB8AC3E}">
        <p14:creationId xmlns:p14="http://schemas.microsoft.com/office/powerpoint/2010/main" val="1538761212"/>
      </p:ext>
    </p:extLst>
  </p:cSld>
</p:sld>
</file>

<file path=ppt/slides/slide25.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D1EEDB7-F9AE-4B25-9051-472D0456DDC5}"/>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5F7"/>
                </a:solidFill>
                <a:latin typeface="Noto Sans CJK KR"/>
                <a:ea typeface="Noto Sans CJK KR"/>
                <a:cs typeface="Noto Sans CJK KR"/>
              </a:defRPr>
            </a:pPr>
            <a:r>
              <a:rPr sz="3300" b="1">
                <a:solidFill>
                  <a:srgbClr val="F3F5F7"/>
                </a:solidFill>
                <a:latin typeface="Noto Sans CJK KR"/>
                <a:ea typeface="Noto Sans CJK KR"/>
                <a:cs typeface="Noto Sans CJK KR"/>
              </a:rPr>
              <a:t>다음 세션의 MCP 점검 순서</a:t>
            </a:r>
          </a:p>
        </p:txBody>
      </p:sp>
      <p:sp>
        <p:nvSpPr>
          <p:cNvPr id="2" name="">
            <a:extLst xmlns:a="http://schemas.openxmlformats.org/drawingml/2006/main">
              <a:ext uri="{FF2B5EF4-FFF2-40B4-BE49-F238E27FC236}">
                <a16:creationId xmlns:a16="http://schemas.microsoft.com/office/drawing/2014/main" id="{CB5F926F-6F9B-4A98-B41D-C7D4440E603C}"/>
              </a:ext>
            </a:extLst>
          </p:cNvPr>
          <p:cNvSpPr>
            <a:spLocks xmlns:a="http://schemas.openxmlformats.org/drawingml/2006/main" noGrp="1"/>
          </p:cNvSpPr>
          <p:nvPr/>
        </p:nvSpPr>
        <p:spPr>
          <a:xfrm xmlns:a="http://schemas.openxmlformats.org/drawingml/2006/main">
            <a:off x="628650" y="1190625"/>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FBDC9"/>
                </a:solidFill>
                <a:latin typeface="Noto Sans CJK KR"/>
                <a:ea typeface="Noto Sans CJK KR"/>
                <a:cs typeface="Noto Sans CJK KR"/>
              </a:defRPr>
            </a:pPr>
            <a:r>
              <a:rPr sz="1800" b="0">
                <a:solidFill>
                  <a:srgbClr val="AFBDC9"/>
                </a:solidFill>
                <a:latin typeface="Noto Sans CJK KR"/>
                <a:ea typeface="Noto Sans CJK KR"/>
                <a:cs typeface="Noto Sans CJK KR"/>
              </a:rPr>
              <a:t>파일 조회부터 시작하고 현재 동작을 재현한다</a:t>
            </a:r>
          </a:p>
        </p:txBody>
      </p:sp>
      <p:sp>
        <p:nvSpPr>
          <p:cNvPr id="3" name="">
            <a:extLst xmlns:a="http://schemas.openxmlformats.org/drawingml/2006/main">
              <a:ext uri="{FF2B5EF4-FFF2-40B4-BE49-F238E27FC236}">
                <a16:creationId xmlns:a16="http://schemas.microsoft.com/office/drawing/2014/main" id="{E1218ABB-CF54-4C2B-8EF9-C9C7E476851E}"/>
              </a:ext>
            </a:extLst>
          </p:cNvPr>
          <p:cNvSpPr>
            <a:spLocks xmlns:a="http://schemas.openxmlformats.org/drawingml/2006/main" noGrp="1"/>
          </p:cNvSpPr>
          <p:nvPr/>
        </p:nvSpPr>
        <p:spPr>
          <a:xfrm xmlns:a="http://schemas.openxmlformats.org/drawingml/2006/main">
            <a:off x="11049000" y="63341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FBDC9"/>
                </a:solidFill>
                <a:latin typeface="Noto Sans CJK KR"/>
                <a:ea typeface="Noto Sans CJK KR"/>
                <a:cs typeface="Noto Sans CJK KR"/>
              </a:defRPr>
            </a:pPr>
            <a:r>
              <a:rPr sz="1350" b="0">
                <a:solidFill>
                  <a:srgbClr val="AFBDC9"/>
                </a:solidFill>
                <a:latin typeface="Noto Sans CJK KR"/>
                <a:ea typeface="Noto Sans CJK KR"/>
                <a:cs typeface="Noto Sans CJK KR"/>
              </a:rPr>
              <a:t>25</a:t>
            </a:r>
          </a:p>
        </p:txBody>
      </p:sp>
      <p:sp>
        <p:nvSpPr>
          <p:cNvPr id="4" name="">
            <a:extLst xmlns:a="http://schemas.openxmlformats.org/drawingml/2006/main">
              <a:ext uri="{FF2B5EF4-FFF2-40B4-BE49-F238E27FC236}">
                <a16:creationId xmlns:a16="http://schemas.microsoft.com/office/drawing/2014/main" id="{E235A114-EF71-4E66-BAE6-142F1C154A8F}"/>
              </a:ext>
            </a:extLst>
          </p:cNvPr>
          <p:cNvSpPr>
            <a:spLocks xmlns:a="http://schemas.openxmlformats.org/drawingml/2006/main" noGrp="1"/>
          </p:cNvSpPr>
          <p:nvPr/>
        </p:nvSpPr>
        <p:spPr>
          <a:xfrm xmlns:a="http://schemas.openxmlformats.org/drawingml/2006/main">
            <a:off x="628650" y="18383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1. 연결 범위 확인</a:t>
            </a:r>
          </a:p>
        </p:txBody>
      </p:sp>
      <p:sp>
        <p:nvSpPr>
          <p:cNvPr id="5" name="">
            <a:extLst xmlns:a="http://schemas.openxmlformats.org/drawingml/2006/main">
              <a:ext uri="{FF2B5EF4-FFF2-40B4-BE49-F238E27FC236}">
                <a16:creationId xmlns:a16="http://schemas.microsoft.com/office/drawing/2014/main" id="{911856EF-C26B-43D6-8F9B-4D52DB661104}"/>
              </a:ext>
            </a:extLst>
          </p:cNvPr>
          <p:cNvSpPr>
            <a:spLocks xmlns:a="http://schemas.openxmlformats.org/drawingml/2006/main" noGrp="1"/>
          </p:cNvSpPr>
          <p:nvPr/>
        </p:nvSpPr>
        <p:spPr>
          <a:xfrm xmlns:a="http://schemas.openxmlformats.org/drawingml/2006/main">
            <a:off x="628650" y="22288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프로젝트 경로, 엔진 버전, 소스·에셋 조회 가능 범위와 Git 상태 확인.</a:t>
            </a:r>
          </a:p>
        </p:txBody>
      </p:sp>
      <p:sp>
        <p:nvSpPr>
          <p:cNvPr id="6" name="">
            <a:extLst xmlns:a="http://schemas.openxmlformats.org/drawingml/2006/main">
              <a:ext uri="{FF2B5EF4-FFF2-40B4-BE49-F238E27FC236}">
                <a16:creationId xmlns:a16="http://schemas.microsoft.com/office/drawing/2014/main" id="{FAB545D4-4DEA-4C9F-8486-6EA54ECC265F}"/>
              </a:ext>
            </a:extLst>
          </p:cNvPr>
          <p:cNvSpPr>
            <a:spLocks xmlns:a="http://schemas.openxmlformats.org/drawingml/2006/main" noGrp="1"/>
          </p:cNvSpPr>
          <p:nvPr/>
        </p:nvSpPr>
        <p:spPr>
          <a:xfrm xmlns:a="http://schemas.openxmlformats.org/drawingml/2006/main">
            <a:off x="628650" y="28670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2. 현재 구현 대조</a:t>
            </a:r>
          </a:p>
        </p:txBody>
      </p:sp>
      <p:sp>
        <p:nvSpPr>
          <p:cNvPr id="7" name="">
            <a:extLst xmlns:a="http://schemas.openxmlformats.org/drawingml/2006/main">
              <a:ext uri="{FF2B5EF4-FFF2-40B4-BE49-F238E27FC236}">
                <a16:creationId xmlns:a16="http://schemas.microsoft.com/office/drawing/2014/main" id="{AE09AC74-CFD7-4836-BD0E-38B09CE79D03}"/>
              </a:ext>
            </a:extLst>
          </p:cNvPr>
          <p:cNvSpPr>
            <a:spLocks xmlns:a="http://schemas.openxmlformats.org/drawingml/2006/main" noGrp="1"/>
          </p:cNvSpPr>
          <p:nvPr/>
        </p:nvSpPr>
        <p:spPr>
          <a:xfrm xmlns:a="http://schemas.openxmlformats.org/drawingml/2006/main">
            <a:off x="628650" y="32575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5개 C++ 클래스, Build.cs, BP 부모와 클래스 기본값을 읽는다.</a:t>
            </a:r>
          </a:p>
        </p:txBody>
      </p:sp>
      <p:sp>
        <p:nvSpPr>
          <p:cNvPr id="8" name="">
            <a:extLst xmlns:a="http://schemas.openxmlformats.org/drawingml/2006/main">
              <a:ext uri="{FF2B5EF4-FFF2-40B4-BE49-F238E27FC236}">
                <a16:creationId xmlns:a16="http://schemas.microsoft.com/office/drawing/2014/main" id="{50C0F463-DF45-43EC-9C7F-8439330795D2}"/>
              </a:ext>
            </a:extLst>
          </p:cNvPr>
          <p:cNvSpPr>
            <a:spLocks xmlns:a="http://schemas.openxmlformats.org/drawingml/2006/main" noGrp="1"/>
          </p:cNvSpPr>
          <p:nvPr/>
        </p:nvSpPr>
        <p:spPr>
          <a:xfrm xmlns:a="http://schemas.openxmlformats.org/drawingml/2006/main">
            <a:off x="628650" y="38957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3. 저장·빌드 상태 확인</a:t>
            </a:r>
          </a:p>
        </p:txBody>
      </p:sp>
      <p:sp>
        <p:nvSpPr>
          <p:cNvPr id="9" name="">
            <a:extLst xmlns:a="http://schemas.openxmlformats.org/drawingml/2006/main">
              <a:ext uri="{FF2B5EF4-FFF2-40B4-BE49-F238E27FC236}">
                <a16:creationId xmlns:a16="http://schemas.microsoft.com/office/drawing/2014/main" id="{E231A9A4-B1F0-41AA-A30C-682C07F57219}"/>
              </a:ext>
            </a:extLst>
          </p:cNvPr>
          <p:cNvSpPr>
            <a:spLocks xmlns:a="http://schemas.openxmlformats.org/drawingml/2006/main" noGrp="1"/>
          </p:cNvSpPr>
          <p:nvPr/>
        </p:nvSpPr>
        <p:spPr>
          <a:xfrm xmlns:a="http://schemas.openxmlformats.org/drawingml/2006/main">
            <a:off x="628650" y="42862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에셋 컴파일, 변경 파일, 첫 빌드 오류와 실행 로그를 확인.</a:t>
            </a:r>
          </a:p>
        </p:txBody>
      </p:sp>
      <p:sp>
        <p:nvSpPr>
          <p:cNvPr id="10" name="">
            <a:extLst xmlns:a="http://schemas.openxmlformats.org/drawingml/2006/main">
              <a:ext uri="{FF2B5EF4-FFF2-40B4-BE49-F238E27FC236}">
                <a16:creationId xmlns:a16="http://schemas.microsoft.com/office/drawing/2014/main" id="{09538445-7DA7-414A-83B1-E268CCEEBB4A}"/>
              </a:ext>
            </a:extLst>
          </p:cNvPr>
          <p:cNvSpPr>
            <a:spLocks xmlns:a="http://schemas.openxmlformats.org/drawingml/2006/main" noGrp="1"/>
          </p:cNvSpPr>
          <p:nvPr/>
        </p:nvSpPr>
        <p:spPr>
          <a:xfrm xmlns:a="http://schemas.openxmlformats.org/drawingml/2006/main">
            <a:off x="628650" y="49244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4. 기능 검증</a:t>
            </a:r>
          </a:p>
        </p:txBody>
      </p:sp>
      <p:sp>
        <p:nvSpPr>
          <p:cNvPr id="11" name="">
            <a:extLst xmlns:a="http://schemas.openxmlformats.org/drawingml/2006/main">
              <a:ext uri="{FF2B5EF4-FFF2-40B4-BE49-F238E27FC236}">
                <a16:creationId xmlns:a16="http://schemas.microsoft.com/office/drawing/2014/main" id="{01763C9C-8AAD-4C9B-9238-07891F1223D1}"/>
              </a:ext>
            </a:extLst>
          </p:cNvPr>
          <p:cNvSpPr>
            <a:spLocks xmlns:a="http://schemas.openxmlformats.org/drawingml/2006/main" noGrp="1"/>
          </p:cNvSpPr>
          <p:nvPr/>
        </p:nvSpPr>
        <p:spPr>
          <a:xfrm xmlns:a="http://schemas.openxmlformats.org/drawingml/2006/main">
            <a:off x="628650" y="53149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메뉴 표시, 시작 클릭, 로비, Back, 포커스, 반복 진입을 순서대로 검사.</a:t>
            </a:r>
          </a:p>
        </p:txBody>
      </p:sp>
    </p:spTree>
    <p:extLst>
      <p:ext uri="{BB962C8B-B14F-4D97-AF65-F5344CB8AC3E}">
        <p14:creationId xmlns:p14="http://schemas.microsoft.com/office/powerpoint/2010/main" val="1168555166"/>
      </p:ext>
    </p:extLst>
  </p:cSld>
</p:sld>
</file>

<file path=ppt/slides/slide26.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0A13237-EF6E-4A59-832A-E6F6F9F83BC2}"/>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5F7"/>
                </a:solidFill>
                <a:latin typeface="Noto Sans CJK KR"/>
                <a:ea typeface="Noto Sans CJK KR"/>
                <a:cs typeface="Noto Sans CJK KR"/>
              </a:defRPr>
            </a:pPr>
            <a:r>
              <a:rPr sz="3300" b="1">
                <a:solidFill>
                  <a:srgbClr val="F3F5F7"/>
                </a:solidFill>
                <a:latin typeface="Noto Sans CJK KR"/>
                <a:ea typeface="Noto Sans CJK KR"/>
                <a:cs typeface="Noto Sans CJK KR"/>
              </a:rPr>
              <a:t>다음 기능으로 넘어가는 기준</a:t>
            </a:r>
          </a:p>
        </p:txBody>
      </p:sp>
      <p:sp>
        <p:nvSpPr>
          <p:cNvPr id="2" name="">
            <a:extLst xmlns:a="http://schemas.openxmlformats.org/drawingml/2006/main">
              <a:ext uri="{FF2B5EF4-FFF2-40B4-BE49-F238E27FC236}">
                <a16:creationId xmlns:a16="http://schemas.microsoft.com/office/drawing/2014/main" id="{65CEB3F6-8722-42B7-A077-1A37E70CD1B6}"/>
              </a:ext>
            </a:extLst>
          </p:cNvPr>
          <p:cNvSpPr>
            <a:spLocks xmlns:a="http://schemas.openxmlformats.org/drawingml/2006/main" noGrp="1"/>
          </p:cNvSpPr>
          <p:nvPr/>
        </p:nvSpPr>
        <p:spPr>
          <a:xfrm xmlns:a="http://schemas.openxmlformats.org/drawingml/2006/main">
            <a:off x="628650" y="1190625"/>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FBDC9"/>
                </a:solidFill>
                <a:latin typeface="Noto Sans CJK KR"/>
                <a:ea typeface="Noto Sans CJK KR"/>
                <a:cs typeface="Noto Sans CJK KR"/>
              </a:defRPr>
            </a:pPr>
            <a:r>
              <a:rPr sz="1800" b="0">
                <a:solidFill>
                  <a:srgbClr val="AFBDC9"/>
                </a:solidFill>
                <a:latin typeface="Noto Sans CJK KR"/>
                <a:ea typeface="Noto Sans CJK KR"/>
                <a:cs typeface="Noto Sans CJK KR"/>
              </a:rPr>
              <a:t>화면 전환의 기본 흐름을 확인한 뒤 MVVM을 붙인다</a:t>
            </a:r>
          </a:p>
        </p:txBody>
      </p:sp>
      <p:sp>
        <p:nvSpPr>
          <p:cNvPr id="3" name="">
            <a:extLst xmlns:a="http://schemas.openxmlformats.org/drawingml/2006/main">
              <a:ext uri="{FF2B5EF4-FFF2-40B4-BE49-F238E27FC236}">
                <a16:creationId xmlns:a16="http://schemas.microsoft.com/office/drawing/2014/main" id="{15DC2264-EA3F-42C1-AF71-81A8E6AAB4E8}"/>
              </a:ext>
            </a:extLst>
          </p:cNvPr>
          <p:cNvSpPr>
            <a:spLocks xmlns:a="http://schemas.openxmlformats.org/drawingml/2006/main" noGrp="1"/>
          </p:cNvSpPr>
          <p:nvPr/>
        </p:nvSpPr>
        <p:spPr>
          <a:xfrm xmlns:a="http://schemas.openxmlformats.org/drawingml/2006/main">
            <a:off x="11049000" y="63341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FBDC9"/>
                </a:solidFill>
                <a:latin typeface="Noto Sans CJK KR"/>
                <a:ea typeface="Noto Sans CJK KR"/>
                <a:cs typeface="Noto Sans CJK KR"/>
              </a:defRPr>
            </a:pPr>
            <a:r>
              <a:rPr sz="1350" b="0">
                <a:solidFill>
                  <a:srgbClr val="AFBDC9"/>
                </a:solidFill>
                <a:latin typeface="Noto Sans CJK KR"/>
                <a:ea typeface="Noto Sans CJK KR"/>
                <a:cs typeface="Noto Sans CJK KR"/>
              </a:rPr>
              <a:t>26</a:t>
            </a:r>
          </a:p>
        </p:txBody>
      </p:sp>
      <p:sp>
        <p:nvSpPr>
          <p:cNvPr id="4" name="">
            <a:extLst xmlns:a="http://schemas.openxmlformats.org/drawingml/2006/main">
              <a:ext uri="{FF2B5EF4-FFF2-40B4-BE49-F238E27FC236}">
                <a16:creationId xmlns:a16="http://schemas.microsoft.com/office/drawing/2014/main" id="{0750A51E-B399-4D69-B308-3C3D299A56DF}"/>
              </a:ext>
            </a:extLst>
          </p:cNvPr>
          <p:cNvSpPr>
            <a:spLocks xmlns:a="http://schemas.openxmlformats.org/drawingml/2006/main" noGrp="1"/>
          </p:cNvSpPr>
          <p:nvPr/>
        </p:nvSpPr>
        <p:spPr>
          <a:xfrm xmlns:a="http://schemas.openxmlformats.org/drawingml/2006/main">
            <a:off x="628650" y="18383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진입</a:t>
            </a:r>
          </a:p>
        </p:txBody>
      </p:sp>
      <p:sp>
        <p:nvSpPr>
          <p:cNvPr id="5" name="">
            <a:extLst xmlns:a="http://schemas.openxmlformats.org/drawingml/2006/main">
              <a:ext uri="{FF2B5EF4-FFF2-40B4-BE49-F238E27FC236}">
                <a16:creationId xmlns:a16="http://schemas.microsoft.com/office/drawing/2014/main" id="{C037C990-5F83-473B-8E9D-8DAB5402C045}"/>
              </a:ext>
            </a:extLst>
          </p:cNvPr>
          <p:cNvSpPr>
            <a:spLocks xmlns:a="http://schemas.openxmlformats.org/drawingml/2006/main" noGrp="1"/>
          </p:cNvSpPr>
          <p:nvPr/>
        </p:nvSpPr>
        <p:spPr>
          <a:xfrm xmlns:a="http://schemas.openxmlformats.org/drawingml/2006/main">
            <a:off x="628650" y="22288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시작 클릭 1회에 로비가 1개 열리고 중복 로그나 중복 Push가 없다.</a:t>
            </a:r>
          </a:p>
        </p:txBody>
      </p:sp>
      <p:sp>
        <p:nvSpPr>
          <p:cNvPr id="6" name="">
            <a:extLst xmlns:a="http://schemas.openxmlformats.org/drawingml/2006/main">
              <a:ext uri="{FF2B5EF4-FFF2-40B4-BE49-F238E27FC236}">
                <a16:creationId xmlns:a16="http://schemas.microsoft.com/office/drawing/2014/main" id="{FA044DB4-5058-4D49-8DBE-EE827E4D4DFF}"/>
              </a:ext>
            </a:extLst>
          </p:cNvPr>
          <p:cNvSpPr>
            <a:spLocks xmlns:a="http://schemas.openxmlformats.org/drawingml/2006/main" noGrp="1"/>
          </p:cNvSpPr>
          <p:nvPr/>
        </p:nvSpPr>
        <p:spPr>
          <a:xfrm xmlns:a="http://schemas.openxmlformats.org/drawingml/2006/main">
            <a:off x="628650" y="28670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복귀</a:t>
            </a:r>
          </a:p>
        </p:txBody>
      </p:sp>
      <p:sp>
        <p:nvSpPr>
          <p:cNvPr id="7" name="">
            <a:extLst xmlns:a="http://schemas.openxmlformats.org/drawingml/2006/main">
              <a:ext uri="{FF2B5EF4-FFF2-40B4-BE49-F238E27FC236}">
                <a16:creationId xmlns:a16="http://schemas.microsoft.com/office/drawing/2014/main" id="{4422EF45-DC6F-4214-9B03-91B6D3F61FE8}"/>
              </a:ext>
            </a:extLst>
          </p:cNvPr>
          <p:cNvSpPr>
            <a:spLocks xmlns:a="http://schemas.openxmlformats.org/drawingml/2006/main" noGrp="1"/>
          </p:cNvSpPr>
          <p:nvPr/>
        </p:nvSpPr>
        <p:spPr>
          <a:xfrm xmlns:a="http://schemas.openxmlformats.org/drawingml/2006/main">
            <a:off x="628650" y="32575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Back 후 메뉴가 표시되고 키보드·패드 포커스가 유효하다.</a:t>
            </a:r>
          </a:p>
        </p:txBody>
      </p:sp>
      <p:sp>
        <p:nvSpPr>
          <p:cNvPr id="8" name="">
            <a:extLst xmlns:a="http://schemas.openxmlformats.org/drawingml/2006/main">
              <a:ext uri="{FF2B5EF4-FFF2-40B4-BE49-F238E27FC236}">
                <a16:creationId xmlns:a16="http://schemas.microsoft.com/office/drawing/2014/main" id="{318CBE24-AC24-43C3-8FB0-AC18784C3F3F}"/>
              </a:ext>
            </a:extLst>
          </p:cNvPr>
          <p:cNvSpPr>
            <a:spLocks xmlns:a="http://schemas.openxmlformats.org/drawingml/2006/main" noGrp="1"/>
          </p:cNvSpPr>
          <p:nvPr/>
        </p:nvSpPr>
        <p:spPr>
          <a:xfrm xmlns:a="http://schemas.openxmlformats.org/drawingml/2006/main">
            <a:off x="628650" y="38957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반복</a:t>
            </a:r>
          </a:p>
        </p:txBody>
      </p:sp>
      <p:sp>
        <p:nvSpPr>
          <p:cNvPr id="9" name="">
            <a:extLst xmlns:a="http://schemas.openxmlformats.org/drawingml/2006/main">
              <a:ext uri="{FF2B5EF4-FFF2-40B4-BE49-F238E27FC236}">
                <a16:creationId xmlns:a16="http://schemas.microsoft.com/office/drawing/2014/main" id="{383EEBBC-E925-4070-B4F7-063BA05B07D0}"/>
              </a:ext>
            </a:extLst>
          </p:cNvPr>
          <p:cNvSpPr>
            <a:spLocks xmlns:a="http://schemas.openxmlformats.org/drawingml/2006/main" noGrp="1"/>
          </p:cNvSpPr>
          <p:nvPr/>
        </p:nvSpPr>
        <p:spPr>
          <a:xfrm xmlns:a="http://schemas.openxmlformats.org/drawingml/2006/main">
            <a:off x="628650" y="42862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여러 번 왕복해도 이벤트 중복과 무효 Root 참조가 없다.</a:t>
            </a:r>
          </a:p>
        </p:txBody>
      </p:sp>
      <p:sp>
        <p:nvSpPr>
          <p:cNvPr id="10" name="">
            <a:extLst xmlns:a="http://schemas.openxmlformats.org/drawingml/2006/main">
              <a:ext uri="{FF2B5EF4-FFF2-40B4-BE49-F238E27FC236}">
                <a16:creationId xmlns:a16="http://schemas.microsoft.com/office/drawing/2014/main" id="{56ED9EB1-B73A-4211-9664-EDC43E596711}"/>
              </a:ext>
            </a:extLst>
          </p:cNvPr>
          <p:cNvSpPr>
            <a:spLocks xmlns:a="http://schemas.openxmlformats.org/drawingml/2006/main" noGrp="1"/>
          </p:cNvSpPr>
          <p:nvPr/>
        </p:nvSpPr>
        <p:spPr>
          <a:xfrm xmlns:a="http://schemas.openxmlformats.org/drawingml/2006/main">
            <a:off x="628650" y="49244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그다음</a:t>
            </a:r>
          </a:p>
        </p:txBody>
      </p:sp>
      <p:sp>
        <p:nvSpPr>
          <p:cNvPr id="11" name="">
            <a:extLst xmlns:a="http://schemas.openxmlformats.org/drawingml/2006/main">
              <a:ext uri="{FF2B5EF4-FFF2-40B4-BE49-F238E27FC236}">
                <a16:creationId xmlns:a16="http://schemas.microsoft.com/office/drawing/2014/main" id="{57DC965F-571A-42D5-8241-3525F6513E02}"/>
              </a:ext>
            </a:extLst>
          </p:cNvPr>
          <p:cNvSpPr>
            <a:spLocks xmlns:a="http://schemas.openxmlformats.org/drawingml/2006/main" noGrp="1"/>
          </p:cNvSpPr>
          <p:nvPr/>
        </p:nvSpPr>
        <p:spPr>
          <a:xfrm xmlns:a="http://schemas.openxmlformats.org/drawingml/2006/main">
            <a:off x="628650" y="53149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로비의 작은 데이터 한 가지부터 ViewModel과 바인딩한다.</a:t>
            </a:r>
          </a:p>
        </p:txBody>
      </p:sp>
    </p:spTree>
    <p:extLst>
      <p:ext uri="{BB962C8B-B14F-4D97-AF65-F5344CB8AC3E}">
        <p14:creationId xmlns:p14="http://schemas.microsoft.com/office/powerpoint/2010/main" val="1889908956"/>
      </p:ext>
    </p:extLst>
  </p:cSld>
</p:sld>
</file>

<file path=ppt/slides/slide27.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4EF4C8C-3102-4A57-AFC1-872380F3F805}"/>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5F7"/>
                </a:solidFill>
                <a:latin typeface="Noto Sans CJK KR"/>
                <a:ea typeface="Noto Sans CJK KR"/>
                <a:cs typeface="Noto Sans CJK KR"/>
              </a:defRPr>
            </a:pPr>
            <a:r>
              <a:rPr sz="3300" b="1">
                <a:solidFill>
                  <a:srgbClr val="F3F5F7"/>
                </a:solidFill>
                <a:latin typeface="Noto Sans CJK KR"/>
                <a:ea typeface="Noto Sans CJK KR"/>
                <a:cs typeface="Noto Sans CJK KR"/>
              </a:rPr>
              <a:t>복습할 질문과 답</a:t>
            </a:r>
          </a:p>
        </p:txBody>
      </p:sp>
      <p:sp>
        <p:nvSpPr>
          <p:cNvPr id="2" name="">
            <a:extLst xmlns:a="http://schemas.openxmlformats.org/drawingml/2006/main">
              <a:ext uri="{FF2B5EF4-FFF2-40B4-BE49-F238E27FC236}">
                <a16:creationId xmlns:a16="http://schemas.microsoft.com/office/drawing/2014/main" id="{0FB5C80E-9EBC-42CA-A25F-1A9540518CDA}"/>
              </a:ext>
            </a:extLst>
          </p:cNvPr>
          <p:cNvSpPr>
            <a:spLocks xmlns:a="http://schemas.openxmlformats.org/drawingml/2006/main" noGrp="1"/>
          </p:cNvSpPr>
          <p:nvPr/>
        </p:nvSpPr>
        <p:spPr>
          <a:xfrm xmlns:a="http://schemas.openxmlformats.org/drawingml/2006/main">
            <a:off x="628650" y="1190625"/>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FBDC9"/>
                </a:solidFill>
                <a:latin typeface="Noto Sans CJK KR"/>
                <a:ea typeface="Noto Sans CJK KR"/>
                <a:cs typeface="Noto Sans CJK KR"/>
              </a:defRPr>
            </a:pPr>
            <a:r>
              <a:rPr sz="1800" b="0">
                <a:solidFill>
                  <a:srgbClr val="AFBDC9"/>
                </a:solidFill>
                <a:latin typeface="Noto Sans CJK KR"/>
                <a:ea typeface="Noto Sans CJK KR"/>
                <a:cs typeface="Noto Sans CJK KR"/>
              </a:rPr>
              <a:t>설계를 설명할 수 있으면 다음 기능도 같은 기준으로 확장할 수 있다</a:t>
            </a:r>
          </a:p>
        </p:txBody>
      </p:sp>
      <p:sp>
        <p:nvSpPr>
          <p:cNvPr id="3" name="">
            <a:extLst xmlns:a="http://schemas.openxmlformats.org/drawingml/2006/main">
              <a:ext uri="{FF2B5EF4-FFF2-40B4-BE49-F238E27FC236}">
                <a16:creationId xmlns:a16="http://schemas.microsoft.com/office/drawing/2014/main" id="{4309384D-75FB-4A7E-BD9D-79D14B1D997C}"/>
              </a:ext>
            </a:extLst>
          </p:cNvPr>
          <p:cNvSpPr>
            <a:spLocks xmlns:a="http://schemas.openxmlformats.org/drawingml/2006/main" noGrp="1"/>
          </p:cNvSpPr>
          <p:nvPr/>
        </p:nvSpPr>
        <p:spPr>
          <a:xfrm xmlns:a="http://schemas.openxmlformats.org/drawingml/2006/main">
            <a:off x="11049000" y="63341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FBDC9"/>
                </a:solidFill>
                <a:latin typeface="Noto Sans CJK KR"/>
                <a:ea typeface="Noto Sans CJK KR"/>
                <a:cs typeface="Noto Sans CJK KR"/>
              </a:defRPr>
            </a:pPr>
            <a:r>
              <a:rPr sz="1350" b="0">
                <a:solidFill>
                  <a:srgbClr val="AFBDC9"/>
                </a:solidFill>
                <a:latin typeface="Noto Sans CJK KR"/>
                <a:ea typeface="Noto Sans CJK KR"/>
                <a:cs typeface="Noto Sans CJK KR"/>
              </a:rPr>
              <a:t>27</a:t>
            </a:r>
          </a:p>
        </p:txBody>
      </p:sp>
      <p:sp>
        <p:nvSpPr>
          <p:cNvPr id="4" name="">
            <a:extLst xmlns:a="http://schemas.openxmlformats.org/drawingml/2006/main">
              <a:ext uri="{FF2B5EF4-FFF2-40B4-BE49-F238E27FC236}">
                <a16:creationId xmlns:a16="http://schemas.microsoft.com/office/drawing/2014/main" id="{3E34A56E-BC1E-4C1E-B61B-CB28613D9FD3}"/>
              </a:ext>
            </a:extLst>
          </p:cNvPr>
          <p:cNvSpPr>
            <a:spLocks xmlns:a="http://schemas.openxmlformats.org/drawingml/2006/main" noGrp="1"/>
          </p:cNvSpPr>
          <p:nvPr/>
        </p:nvSpPr>
        <p:spPr>
          <a:xfrm xmlns:a="http://schemas.openxmlformats.org/drawingml/2006/main">
            <a:off x="628650" y="18383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왜 Root와 Subsystem을 나누나?</a:t>
            </a:r>
          </a:p>
        </p:txBody>
      </p:sp>
      <p:sp>
        <p:nvSpPr>
          <p:cNvPr id="5" name="">
            <a:extLst xmlns:a="http://schemas.openxmlformats.org/drawingml/2006/main">
              <a:ext uri="{FF2B5EF4-FFF2-40B4-BE49-F238E27FC236}">
                <a16:creationId xmlns:a16="http://schemas.microsoft.com/office/drawing/2014/main" id="{A26DAACC-B741-4A90-8FAE-782EE165B69E}"/>
              </a:ext>
            </a:extLst>
          </p:cNvPr>
          <p:cNvSpPr>
            <a:spLocks xmlns:a="http://schemas.openxmlformats.org/drawingml/2006/main" noGrp="1"/>
          </p:cNvSpPr>
          <p:nvPr/>
        </p:nvSpPr>
        <p:spPr>
          <a:xfrm xmlns:a="http://schemas.openxmlformats.org/drawingml/2006/main">
            <a:off x="628650" y="22288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서비스는 UI 요청을 받고 Root는 실제 화면 컨테이너를 관리한다.</a:t>
            </a:r>
          </a:p>
        </p:txBody>
      </p:sp>
      <p:sp>
        <p:nvSpPr>
          <p:cNvPr id="6" name="">
            <a:extLst xmlns:a="http://schemas.openxmlformats.org/drawingml/2006/main">
              <a:ext uri="{FF2B5EF4-FFF2-40B4-BE49-F238E27FC236}">
                <a16:creationId xmlns:a16="http://schemas.microsoft.com/office/drawing/2014/main" id="{6EC48AA5-9A42-40DF-A645-4EFC6997316C}"/>
              </a:ext>
            </a:extLst>
          </p:cNvPr>
          <p:cNvSpPr>
            <a:spLocks xmlns:a="http://schemas.openxmlformats.org/drawingml/2006/main" noGrp="1"/>
          </p:cNvSpPr>
          <p:nvPr/>
        </p:nvSpPr>
        <p:spPr>
          <a:xfrm xmlns:a="http://schemas.openxmlformats.org/drawingml/2006/main">
            <a:off x="628650" y="28670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왜 Root를 약하게 참조하나?</a:t>
            </a:r>
          </a:p>
        </p:txBody>
      </p:sp>
      <p:sp>
        <p:nvSpPr>
          <p:cNvPr id="7" name="">
            <a:extLst xmlns:a="http://schemas.openxmlformats.org/drawingml/2006/main">
              <a:ext uri="{FF2B5EF4-FFF2-40B4-BE49-F238E27FC236}">
                <a16:creationId xmlns:a16="http://schemas.microsoft.com/office/drawing/2014/main" id="{C8D7B31F-F3D4-4838-83BE-D971932A3BF4}"/>
              </a:ext>
            </a:extLst>
          </p:cNvPr>
          <p:cNvSpPr>
            <a:spLocks xmlns:a="http://schemas.openxmlformats.org/drawingml/2006/main" noGrp="1"/>
          </p:cNvSpPr>
          <p:nvPr/>
        </p:nvSpPr>
        <p:spPr>
          <a:xfrm xmlns:a="http://schemas.openxmlformats.org/drawingml/2006/main">
            <a:off x="628650" y="32575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서비스가 화면 수명을 불필요하게 늘리지 않도록 하기 위해서다.</a:t>
            </a:r>
          </a:p>
        </p:txBody>
      </p:sp>
      <p:sp>
        <p:nvSpPr>
          <p:cNvPr id="8" name="">
            <a:extLst xmlns:a="http://schemas.openxmlformats.org/drawingml/2006/main">
              <a:ext uri="{FF2B5EF4-FFF2-40B4-BE49-F238E27FC236}">
                <a16:creationId xmlns:a16="http://schemas.microsoft.com/office/drawing/2014/main" id="{A33EB176-A8AA-4BE0-8564-5E1FB4BCC4AB}"/>
              </a:ext>
            </a:extLst>
          </p:cNvPr>
          <p:cNvSpPr>
            <a:spLocks xmlns:a="http://schemas.openxmlformats.org/drawingml/2006/main" noGrp="1"/>
          </p:cNvSpPr>
          <p:nvPr/>
        </p:nvSpPr>
        <p:spPr>
          <a:xfrm xmlns:a="http://schemas.openxmlformats.org/drawingml/2006/main">
            <a:off x="628650" y="38957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왜 Init에서 버튼을 연결하나?</a:t>
            </a:r>
          </a:p>
        </p:txBody>
      </p:sp>
      <p:sp>
        <p:nvSpPr>
          <p:cNvPr id="9" name="">
            <a:extLst xmlns:a="http://schemas.openxmlformats.org/drawingml/2006/main">
              <a:ext uri="{FF2B5EF4-FFF2-40B4-BE49-F238E27FC236}">
                <a16:creationId xmlns:a16="http://schemas.microsoft.com/office/drawing/2014/main" id="{21F02CDF-92C2-497B-BB55-DF87AE6D2BAC}"/>
              </a:ext>
            </a:extLst>
          </p:cNvPr>
          <p:cNvSpPr>
            <a:spLocks xmlns:a="http://schemas.openxmlformats.org/drawingml/2006/main" noGrp="1"/>
          </p:cNvSpPr>
          <p:nvPr/>
        </p:nvSpPr>
        <p:spPr>
          <a:xfrm xmlns:a="http://schemas.openxmlformats.org/drawingml/2006/main">
            <a:off x="628650" y="42862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고정된 내부 이벤트는 한 번 연결하고 화면 활성화 때마다 재연결하지 않는다.</a:t>
            </a:r>
          </a:p>
        </p:txBody>
      </p:sp>
      <p:sp>
        <p:nvSpPr>
          <p:cNvPr id="10" name="">
            <a:extLst xmlns:a="http://schemas.openxmlformats.org/drawingml/2006/main">
              <a:ext uri="{FF2B5EF4-FFF2-40B4-BE49-F238E27FC236}">
                <a16:creationId xmlns:a16="http://schemas.microsoft.com/office/drawing/2014/main" id="{366F315E-540C-42F0-8A18-1A513DD84BCA}"/>
              </a:ext>
            </a:extLst>
          </p:cNvPr>
          <p:cNvSpPr>
            <a:spLocks xmlns:a="http://schemas.openxmlformats.org/drawingml/2006/main" noGrp="1"/>
          </p:cNvSpPr>
          <p:nvPr/>
        </p:nvSpPr>
        <p:spPr>
          <a:xfrm xmlns:a="http://schemas.openxmlformats.org/drawingml/2006/main">
            <a:off x="628650" y="4924425"/>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4D9CF"/>
                </a:solidFill>
                <a:latin typeface="Noto Sans CJK KR"/>
                <a:ea typeface="Noto Sans CJK KR"/>
                <a:cs typeface="Noto Sans CJK KR"/>
              </a:defRPr>
            </a:pPr>
            <a:r>
              <a:rPr sz="2025" b="1">
                <a:solidFill>
                  <a:srgbClr val="74D9CF"/>
                </a:solidFill>
                <a:latin typeface="Noto Sans CJK KR"/>
                <a:ea typeface="Noto Sans CJK KR"/>
                <a:cs typeface="Noto Sans CJK KR"/>
              </a:rPr>
              <a:t>왜 빌드 성공만으로 끝이 아닌가?</a:t>
            </a:r>
          </a:p>
        </p:txBody>
      </p:sp>
      <p:sp>
        <p:nvSpPr>
          <p:cNvPr id="11" name="">
            <a:extLst xmlns:a="http://schemas.openxmlformats.org/drawingml/2006/main">
              <a:ext uri="{FF2B5EF4-FFF2-40B4-BE49-F238E27FC236}">
                <a16:creationId xmlns:a16="http://schemas.microsoft.com/office/drawing/2014/main" id="{E8FDC69C-5AC8-41C4-9C6E-771F7FC20793}"/>
              </a:ext>
            </a:extLst>
          </p:cNvPr>
          <p:cNvSpPr>
            <a:spLocks xmlns:a="http://schemas.openxmlformats.org/drawingml/2006/main" noGrp="1"/>
          </p:cNvSpPr>
          <p:nvPr/>
        </p:nvSpPr>
        <p:spPr>
          <a:xfrm xmlns:a="http://schemas.openxmlformats.org/drawingml/2006/main">
            <a:off x="628650" y="5314950"/>
            <a:ext cx="10934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F7"/>
                </a:solidFill>
                <a:latin typeface="Noto Sans CJK KR"/>
                <a:ea typeface="Noto Sans CJK KR"/>
                <a:cs typeface="Noto Sans CJK KR"/>
              </a:defRPr>
            </a:pPr>
            <a:r>
              <a:rPr sz="1875" b="0">
                <a:solidFill>
                  <a:srgbClr val="F3F5F7"/>
                </a:solidFill>
                <a:latin typeface="Noto Sans CJK KR"/>
                <a:ea typeface="Noto Sans CJK KR"/>
                <a:cs typeface="Noto Sans CJK KR"/>
              </a:rPr>
              <a:t>BP 설정, 입력 경로, 포커스, 실제 화면 전환은 실행 검증이 필요하다.</a:t>
            </a:r>
          </a:p>
        </p:txBody>
      </p:sp>
    </p:spTree>
    <p:extLst>
      <p:ext uri="{BB962C8B-B14F-4D97-AF65-F5344CB8AC3E}">
        <p14:creationId xmlns:p14="http://schemas.microsoft.com/office/powerpoint/2010/main" val="971287065"/>
      </p:ext>
    </p:extLst>
  </p:cSld>
</p:sld>
</file>

<file path=ppt/slides/slide28.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1B70055-3E1D-4321-B41D-065F4F21C783}"/>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5F7"/>
                </a:solidFill>
                <a:latin typeface="Noto Sans CJK KR"/>
                <a:ea typeface="Noto Sans CJK KR"/>
                <a:cs typeface="Noto Sans CJK KR"/>
              </a:defRPr>
            </a:pPr>
            <a:r>
              <a:rPr sz="3300" b="1">
                <a:solidFill>
                  <a:srgbClr val="F3F5F7"/>
                </a:solidFill>
                <a:latin typeface="Noto Sans CJK KR"/>
                <a:ea typeface="Noto Sans CJK KR"/>
                <a:cs typeface="Noto Sans CJK KR"/>
              </a:rPr>
              <a:t>내일 새 세션에 전달할 작업 지시</a:t>
            </a:r>
          </a:p>
        </p:txBody>
      </p:sp>
      <p:sp>
        <p:nvSpPr>
          <p:cNvPr id="2" name="">
            <a:extLst xmlns:a="http://schemas.openxmlformats.org/drawingml/2006/main">
              <a:ext uri="{FF2B5EF4-FFF2-40B4-BE49-F238E27FC236}">
                <a16:creationId xmlns:a16="http://schemas.microsoft.com/office/drawing/2014/main" id="{D18E9989-232D-4268-8F41-23B9CA9B748B}"/>
              </a:ext>
            </a:extLst>
          </p:cNvPr>
          <p:cNvSpPr>
            <a:spLocks xmlns:a="http://schemas.openxmlformats.org/drawingml/2006/main" noGrp="1"/>
          </p:cNvSpPr>
          <p:nvPr/>
        </p:nvSpPr>
        <p:spPr>
          <a:xfrm xmlns:a="http://schemas.openxmlformats.org/drawingml/2006/main">
            <a:off x="628650" y="1190625"/>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FBDC9"/>
                </a:solidFill>
                <a:latin typeface="Noto Sans CJK KR"/>
                <a:ea typeface="Noto Sans CJK KR"/>
                <a:cs typeface="Noto Sans CJK KR"/>
              </a:defRPr>
            </a:pPr>
            <a:r>
              <a:rPr sz="1800" b="0">
                <a:solidFill>
                  <a:srgbClr val="AFBDC9"/>
                </a:solidFill>
                <a:latin typeface="Noto Sans CJK KR"/>
                <a:ea typeface="Noto Sans CJK KR"/>
                <a:cs typeface="Noto Sans CJK KR"/>
              </a:rPr>
              <a:t>이 슬라이드와 현재 프로젝트를 함께 기준으로 삼는다</a:t>
            </a:r>
          </a:p>
        </p:txBody>
      </p:sp>
      <p:sp>
        <p:nvSpPr>
          <p:cNvPr id="3" name="">
            <a:extLst xmlns:a="http://schemas.openxmlformats.org/drawingml/2006/main">
              <a:ext uri="{FF2B5EF4-FFF2-40B4-BE49-F238E27FC236}">
                <a16:creationId xmlns:a16="http://schemas.microsoft.com/office/drawing/2014/main" id="{37D1EF47-CA99-4728-99B3-4BDF25C5E254}"/>
              </a:ext>
            </a:extLst>
          </p:cNvPr>
          <p:cNvSpPr>
            <a:spLocks xmlns:a="http://schemas.openxmlformats.org/drawingml/2006/main" noGrp="1"/>
          </p:cNvSpPr>
          <p:nvPr/>
        </p:nvSpPr>
        <p:spPr>
          <a:xfrm xmlns:a="http://schemas.openxmlformats.org/drawingml/2006/main">
            <a:off x="11049000" y="63341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FBDC9"/>
                </a:solidFill>
                <a:latin typeface="Noto Sans CJK KR"/>
                <a:ea typeface="Noto Sans CJK KR"/>
                <a:cs typeface="Noto Sans CJK KR"/>
              </a:defRPr>
            </a:pPr>
            <a:r>
              <a:rPr sz="1350" b="0">
                <a:solidFill>
                  <a:srgbClr val="AFBDC9"/>
                </a:solidFill>
                <a:latin typeface="Noto Sans CJK KR"/>
                <a:ea typeface="Noto Sans CJK KR"/>
                <a:cs typeface="Noto Sans CJK KR"/>
              </a:rPr>
              <a:t>28</a:t>
            </a:r>
          </a:p>
        </p:txBody>
      </p:sp>
      <p:sp>
        <p:nvSpPr>
          <p:cNvPr id="4" name="">
            <a:extLst xmlns:a="http://schemas.openxmlformats.org/drawingml/2006/main">
              <a:ext uri="{FF2B5EF4-FFF2-40B4-BE49-F238E27FC236}">
                <a16:creationId xmlns:a16="http://schemas.microsoft.com/office/drawing/2014/main" id="{76E39714-64BB-4530-8F48-452255974283}"/>
              </a:ext>
            </a:extLst>
          </p:cNvPr>
          <p:cNvSpPr>
            <a:spLocks xmlns:a="http://schemas.openxmlformats.org/drawingml/2006/main" noGrp="1"/>
          </p:cNvSpPr>
          <p:nvPr/>
        </p:nvSpPr>
        <p:spPr>
          <a:xfrm xmlns:a="http://schemas.openxmlformats.org/drawingml/2006/main">
            <a:off x="628650" y="1838325"/>
            <a:ext cx="10934700" cy="422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3F5F7"/>
                </a:solidFill>
                <a:latin typeface="Noto Sans CJK KR"/>
                <a:ea typeface="Noto Sans CJK KR"/>
                <a:cs typeface="Noto Sans CJK KR"/>
              </a:defRPr>
            </a:pPr>
            <a:r>
              <a:rPr sz="2100" b="0">
                <a:solidFill>
                  <a:srgbClr val="F3F5F7"/>
                </a:solidFill>
                <a:latin typeface="Noto Sans CJK KR"/>
                <a:ea typeface="Noto Sans CJK KR"/>
                <a:cs typeface="Noto Sans CJK KR"/>
              </a:rPr>
              <a:t>프로젝트는 MechaFrameLink다. 기존 C++와 BP 에셋을 먼저 읽고</a:t>
            </a:r>
          </a:p>
          <a:p xmlns:a="http://schemas.openxmlformats.org/drawingml/2006/main">
            <a:pPr>
              <a:defRPr sz="2100" b="0">
                <a:solidFill>
                  <a:srgbClr val="F3F5F7"/>
                </a:solidFill>
                <a:latin typeface="Noto Sans CJK KR"/>
                <a:ea typeface="Noto Sans CJK KR"/>
                <a:cs typeface="Noto Sans CJK KR"/>
              </a:defRPr>
            </a:pPr>
            <a:r>
              <a:rPr sz="2100" b="0">
                <a:solidFill>
                  <a:srgbClr val="F3F5F7"/>
                </a:solidFill>
                <a:latin typeface="Noto Sans CJK KR"/>
                <a:ea typeface="Noto Sans CJK KR"/>
                <a:cs typeface="Noto Sans CJK KR"/>
              </a:rPr>
              <a:t>이 문서의 파일·설정 목록과 대조해 달라.</a:t>
            </a:r>
          </a:p>
          <a:p xmlns:a="http://schemas.openxmlformats.org/drawingml/2006/main">
            <a:r>
              <a:t/>
            </a:r>
          </a:p>
          <a:p xmlns:a="http://schemas.openxmlformats.org/drawingml/2006/main">
            <a:pPr>
              <a:defRPr sz="2100" b="0">
                <a:solidFill>
                  <a:srgbClr val="F3F5F7"/>
                </a:solidFill>
                <a:latin typeface="Noto Sans CJK KR"/>
                <a:ea typeface="Noto Sans CJK KR"/>
                <a:cs typeface="Noto Sans CJK KR"/>
              </a:defRPr>
            </a:pPr>
            <a:r>
              <a:rPr sz="2100" b="0">
                <a:solidFill>
                  <a:srgbClr val="F3F5F7"/>
                </a:solidFill>
                <a:latin typeface="Noto Sans CJK KR"/>
                <a:ea typeface="Noto Sans CJK KR"/>
                <a:cs typeface="Noto Sans CJK KR"/>
              </a:rPr>
              <a:t>FrontendUISubsystem은 UGameInstanceSubsystem 기준이다.</a:t>
            </a:r>
          </a:p>
          <a:p xmlns:a="http://schemas.openxmlformats.org/drawingml/2006/main">
            <a:pPr>
              <a:defRPr sz="2100" b="0">
                <a:solidFill>
                  <a:srgbClr val="F3F5F7"/>
                </a:solidFill>
                <a:latin typeface="Noto Sans CJK KR"/>
                <a:ea typeface="Noto Sans CJK KR"/>
                <a:cs typeface="Noto Sans CJK KR"/>
              </a:defRPr>
            </a:pPr>
            <a:r>
              <a:rPr sz="2100" b="0">
                <a:solidFill>
                  <a:srgbClr val="F3F5F7"/>
                </a:solidFill>
                <a:latin typeface="Noto Sans CJK KR"/>
                <a:ea typeface="Noto Sans CJK KR"/>
                <a:cs typeface="Noto Sans CJK KR"/>
              </a:rPr>
              <a:t>Root 생성은 PlayerController, 화면 표시는 MainStack이 담당한다.</a:t>
            </a:r>
          </a:p>
          <a:p xmlns:a="http://schemas.openxmlformats.org/drawingml/2006/main">
            <a:r>
              <a:t/>
            </a:r>
          </a:p>
          <a:p xmlns:a="http://schemas.openxmlformats.org/drawingml/2006/main">
            <a:pPr>
              <a:defRPr sz="2100" b="0">
                <a:solidFill>
                  <a:srgbClr val="F3F5F7"/>
                </a:solidFill>
                <a:latin typeface="Noto Sans CJK KR"/>
                <a:ea typeface="Noto Sans CJK KR"/>
                <a:cs typeface="Noto Sans CJK KR"/>
              </a:defRPr>
            </a:pPr>
            <a:r>
              <a:rPr sz="2100" b="0">
                <a:solidFill>
                  <a:srgbClr val="F3F5F7"/>
                </a:solidFill>
                <a:latin typeface="Noto Sans CJK KR"/>
                <a:ea typeface="Noto Sans CJK KR"/>
                <a:cs typeface="Noto Sans CJK KR"/>
              </a:rPr>
              <a:t>메뉴 표시와 시작 클릭 로그는 확인했다.</a:t>
            </a:r>
          </a:p>
          <a:p xmlns:a="http://schemas.openxmlformats.org/drawingml/2006/main">
            <a:pPr>
              <a:defRPr sz="2100" b="0">
                <a:solidFill>
                  <a:srgbClr val="F3F5F7"/>
                </a:solidFill>
                <a:latin typeface="Noto Sans CJK KR"/>
                <a:ea typeface="Noto Sans CJK KR"/>
                <a:cs typeface="Noto Sans CJK KR"/>
              </a:defRPr>
            </a:pPr>
            <a:r>
              <a:rPr sz="2100" b="0">
                <a:solidFill>
                  <a:srgbClr val="F3F5F7"/>
                </a:solidFill>
                <a:latin typeface="Noto Sans CJK KR"/>
                <a:ea typeface="Noto Sans CJK KR"/>
                <a:cs typeface="Noto Sans CJK KR"/>
              </a:rPr>
              <a:t>로비 진입·Back 복귀·포커스 복원은 실제 실행으로 확인해 달라.</a:t>
            </a:r>
          </a:p>
          <a:p xmlns:a="http://schemas.openxmlformats.org/drawingml/2006/main">
            <a:r>
              <a:t/>
            </a:r>
          </a:p>
          <a:p xmlns:a="http://schemas.openxmlformats.org/drawingml/2006/main">
            <a:pPr>
              <a:defRPr sz="2100" b="0">
                <a:solidFill>
                  <a:srgbClr val="F3F5F7"/>
                </a:solidFill>
                <a:latin typeface="Noto Sans CJK KR"/>
                <a:ea typeface="Noto Sans CJK KR"/>
                <a:cs typeface="Noto Sans CJK KR"/>
              </a:defRPr>
            </a:pPr>
            <a:r>
              <a:rPr sz="2100" b="0">
                <a:solidFill>
                  <a:srgbClr val="F3F5F7"/>
                </a:solidFill>
                <a:latin typeface="Noto Sans CJK KR"/>
                <a:ea typeface="Noto Sans CJK KR"/>
                <a:cs typeface="Noto Sans CJK KR"/>
              </a:rPr>
              <a:t>명칭과 Public/Private 구조를 유지하고, 변경 이유를 설명해 달라.</a:t>
            </a:r>
          </a:p>
          <a:p xmlns:a="http://schemas.openxmlformats.org/drawingml/2006/main">
            <a:pPr>
              <a:defRPr sz="2100" b="0">
                <a:solidFill>
                  <a:srgbClr val="F3F5F7"/>
                </a:solidFill>
                <a:latin typeface="Noto Sans CJK KR"/>
                <a:ea typeface="Noto Sans CJK KR"/>
                <a:cs typeface="Noto Sans CJK KR"/>
              </a:defRPr>
            </a:pPr>
            <a:r>
              <a:rPr sz="2100" b="0">
                <a:solidFill>
                  <a:srgbClr val="F3F5F7"/>
                </a:solidFill>
                <a:latin typeface="Noto Sans CJK KR"/>
                <a:ea typeface="Noto Sans CJK KR"/>
                <a:cs typeface="Noto Sans CJK KR"/>
              </a:rPr>
              <a:t>전환 검증 후 작은 로비 데이터부터 MVVM을 진행하자.</a:t>
            </a:r>
          </a:p>
        </p:txBody>
      </p:sp>
    </p:spTree>
    <p:extLst>
      <p:ext uri="{BB962C8B-B14F-4D97-AF65-F5344CB8AC3E}">
        <p14:creationId xmlns:p14="http://schemas.microsoft.com/office/powerpoint/2010/main" val="6245437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2026-09-17T10:15:17.1780000Z</dcterms:created>
  <dcterms:modified xsi:type="dcterms:W3CDTF">2026-09-17T10:15:17.1790000Z</dcterms:modified>
</coreProperties>
</file>