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36833698464584" /><Relationship Type="http://schemas.openxmlformats.org/officeDocument/2006/relationships/extended-properties" Target="/docProps/app.xml" Id="R21c9d5bc473c4913" /><Relationship Type="http://schemas.openxmlformats.org/officeDocument/2006/relationships/officeDocument" Target="/ppt/presentation.xml" Id="R9112b824e4b446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46a70d1dcb47ef"/>
  </p:sldMasterIdLst>
  <p:notesMasterIdLst>
    <p:notesMasterId xmlns:r="http://schemas.openxmlformats.org/officeDocument/2006/relationships" r:id="R85c7ae2bfc54404b"/>
  </p:notesMasterIdLst>
  <p:sldIdLst>
    <p:sldId xmlns:r="http://schemas.openxmlformats.org/officeDocument/2006/relationships" id="256" r:id="Rf609eb26247f458a"/>
    <p:sldId xmlns:r="http://schemas.openxmlformats.org/officeDocument/2006/relationships" id="257" r:id="R5143d826f70e41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47f65a2b1a4ab5" /><Relationship Type="http://schemas.openxmlformats.org/officeDocument/2006/relationships/slideMaster" Target="/ppt/slideMasters/slideMaster1.xml" Id="R1d46a70d1dcb47ef" /><Relationship Type="http://schemas.openxmlformats.org/officeDocument/2006/relationships/notesMaster" Target="/ppt/notesMasters/notesMaster1.xml" Id="R85c7ae2bfc54404b" /><Relationship Type="http://schemas.openxmlformats.org/officeDocument/2006/relationships/presProps" Target="/ppt/presProps.xml" Id="Rfe6310299b3847cf" /><Relationship Type="http://schemas.openxmlformats.org/officeDocument/2006/relationships/tableStyles" Target="/ppt/tableStyles.xml" Id="R8399726b6ca04736" /><Relationship Type="http://schemas.openxmlformats.org/officeDocument/2006/relationships/slide" Target="/ppt/slides/slide1.xml" Id="Rf609eb26247f458a" /><Relationship Type="http://schemas.openxmlformats.org/officeDocument/2006/relationships/slide" Target="/ppt/slides/slide2.xml" Id="R5143d826f70e41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644408005a46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4ea2324cf740cf" /><Relationship Type="http://schemas.openxmlformats.org/officeDocument/2006/relationships/notesMaster" Target="/ppt/notesMasters/notesMaster1.xml" Id="R2602d3aad70c43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bea9cf23e545aa" /><Relationship Type="http://schemas.openxmlformats.org/officeDocument/2006/relationships/notesMaster" Target="/ppt/notesMasters/notesMaster1.xml" Id="Rdc4f39bd108645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이 대화에서 사용자가 직접 실행하고 확인한 결과. 초기에는 MainMenu InputConfig만 출력됐고 FocusTarget 로그가 없었다. 로비 복귀 시 두 로그가 모두 출력됐다. 독립형 게임 정상 확인 후 Game Gets Mouse Control을 켜자 PIE도 정상 동작했다. CommonUI 내부 분기까지 추적한 것은 아니므로 엔진 내부 원인을 단정하지 않는다. Esc 충돌은 PIE 중지 단축키 해제 후 해결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사례에서 구조 변경이나 엔진 소스 조사보다 실행 환경 비교를 먼저 했어야 했다. Set User Focus는 증상을 우회했으나 최종 해결에는 필요하지 않았다. 명시적 최초 Push 테스트는 해결하지 못했다. 사용자 확인: 테스트 코드를 정리하고 원래 구성으로 복구한 뒤 정상 동작. 3줄 체크리스트는 이번과 같은 PIE 입력 증상에 대한 우선 확인 순서이며 모든 입력 문제의 보편적 원인을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9c67f7e6e42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3a561d65e94a74" /><Relationship Type="http://schemas.openxmlformats.org/officeDocument/2006/relationships/slideLayout" Target="/ppt/slideLayouts/slideLayout1.xml" Id="R7a2c2d1a9db84d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2c2d1a9db84d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35bba532340d3" /><Relationship Type="http://schemas.openxmlformats.org/officeDocument/2006/relationships/notesSlide" Target="/ppt/notesSlides/notesSlide1.xml" Id="R504d12256cda43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054d8bb9441ff" /><Relationship Type="http://schemas.openxmlformats.org/officeDocument/2006/relationships/notesSlide" Target="/ppt/notesSlides/notesSlide2.xml" Id="Rbc8a1e94c5f440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31557-B7AE-4797-BA27-48D62B4C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C4C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B9C4CF"/>
                </a:solidFill>
                <a:latin typeface="Noto Sans CJK KR"/>
                <a:ea typeface="Noto Sans CJK KR"/>
                <a:cs typeface="Noto Sans CJK KR"/>
              </a:rPr>
              <a:t>MechaFrameLink   /   CommonUI 입력 문제 복습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AF6AD-DBE1-4ABD-BB3C-117DB77B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rPr>
              <a:t>입력 문제 두 가지와 실제 해결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18E4F-7086-49F8-8EBD-758864CF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4C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B9C4C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4AE6F-96EE-41F8-8B89-CCB64CBE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240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9DFC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79DFCE"/>
                </a:solidFill>
                <a:latin typeface="Noto Sans CJK KR"/>
                <a:ea typeface="Noto Sans CJK KR"/>
                <a:cs typeface="Noto Sans CJK KR"/>
              </a:rPr>
              <a:t>Enter가 처음에만 안 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E2752-16E4-4C2B-9231-974AF536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rPr>
              <a:t>마우스 클릭은 정상. 로비에서 Esc로 돌아오면</a:t>
            </a:r>
          </a:p>
          <a:p xmlns:a="http://schemas.openxmlformats.org/drawingml/2006/main">
            <a:pPr>
              <a:defRPr sz="2025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rPr>
              <a:t>FocusTarget: StartButton 로그와 함께 Enter 정상.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F0F54-8A02-4371-8A90-A89A6B55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79DFC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79DFCE"/>
                </a:solidFill>
                <a:latin typeface="Noto Sans CJK KR"/>
                <a:ea typeface="Noto Sans CJK KR"/>
                <a:cs typeface="Noto Sans CJK KR"/>
              </a:rPr>
              <a:t>독립형 게임은 정상. PIE도 Game Gets Mouse Control을 켜니 해결.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F4956-BDC1-4458-9D97-E79D5519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3857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9DFC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79DFCE"/>
                </a:solidFill>
                <a:latin typeface="Noto Sans CJK KR"/>
                <a:ea typeface="Noto Sans CJK KR"/>
                <a:cs typeface="Noto Sans CJK KR"/>
              </a:rPr>
              <a:t>Esc를 누르면 플레이가 종료됨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16E0C-8604-4B2C-B551-975D0FAD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rPr>
              <a:t>에디터 개인설정 &gt; 키보드 단축키</a:t>
            </a:r>
          </a:p>
          <a:p xmlns:a="http://schemas.openxmlformats.org/drawingml/2006/main">
            <a:pPr>
              <a:defRPr sz="2025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rPr>
              <a:t>월드 플레이 (PIE/SIE) &gt; 중지에서 Esc 바인딩 해제.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4156E-C153-4724-A8D9-9176B142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rPr>
              <a:t>게임의 뒤로가기 키는 Escape 유지. 이후 메뉴·로비 왕복 정상.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2B437-65A2-423F-9715-499917E1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9C4C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B9C4CF"/>
                </a:solidFill>
                <a:latin typeface="Noto Sans CJK KR"/>
                <a:ea typeface="Noto Sans CJK KR"/>
                <a:cs typeface="Noto Sans CJK KR"/>
              </a:rPr>
              <a:t>확인 결과: 원래 UI 구성으로 복구하고 강제 포커스·최초 Push 없이 정상 동작.</a:t>
            </a:r>
          </a:p>
        </p:txBody>
      </p:sp>
    </p:spTree>
    <p:extLst>
      <p:ext uri="{BB962C8B-B14F-4D97-AF65-F5344CB8AC3E}">
        <p14:creationId xmlns:p14="http://schemas.microsoft.com/office/powerpoint/2010/main" val="15752041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3C1A6-991B-4EA6-98C5-EC74BC14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C4C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B9C4CF"/>
                </a:solidFill>
                <a:latin typeface="Noto Sans CJK KR"/>
                <a:ea typeface="Noto Sans CJK KR"/>
                <a:cs typeface="Noto Sans CJK KR"/>
              </a:rPr>
              <a:t>MechaFrameLink   /   CommonUI 입력 문제 복습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81A61-BCF0-434A-8ADF-260F074D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rPr>
              <a:t>우회 코드는 정리하고, 실행 환경부터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487CC-63C4-45A5-AA0B-872182EF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4C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B9C4C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7593B-E090-49D9-8671-0F4E0EF9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9DFC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79DFCE"/>
                </a:solidFill>
                <a:latin typeface="Noto Sans CJK KR"/>
                <a:ea typeface="Noto Sans CJK KR"/>
                <a:cs typeface="Noto Sans CJK KR"/>
              </a:rPr>
              <a:t>이번에 되돌린 테스트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9A7CE-7D24-4D0D-955B-EA2B6BAB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rPr>
              <a:t>Construct의 Set User Focus, 최초 MainMenu 강제 Push,</a:t>
            </a:r>
          </a:p>
          <a:p xmlns:a="http://schemas.openxmlformats.org/drawingml/2006/main">
            <a:pPr>
              <a:defRPr sz="1950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rPr>
              <a:t>테스트용 MainMenuScreenClass 프로퍼티를 제거.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CC5A1-31E1-43C5-A721-EEC6360D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9DFC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79DFCE"/>
                </a:solidFill>
                <a:latin typeface="Noto Sans CJK KR"/>
                <a:ea typeface="Noto Sans CJK KR"/>
                <a:cs typeface="Noto Sans CJK KR"/>
              </a:rPr>
              <a:t>유지한 원래 구성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E37B0-EB5B-4A37-AC25-F02A1D55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rPr>
              <a:t>MainStack의 Root Content = WBP_MainMenu</a:t>
            </a:r>
          </a:p>
          <a:p xmlns:a="http://schemas.openxmlformats.org/drawingml/2006/main">
            <a:pPr>
              <a:defRPr sz="1950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rPr>
              <a:t>NativeGetDesiredFocusTarget()과 로비 Push 로직 유지.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CA6BB-34B3-4163-B5A6-4E8FFD9D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9DFC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79DFCE"/>
                </a:solidFill>
                <a:latin typeface="Noto Sans CJK KR"/>
                <a:ea typeface="Noto Sans CJK KR"/>
                <a:cs typeface="Noto Sans CJK KR"/>
              </a:rPr>
              <a:t>다음에 입력이 안 되면 먼저 확인할 3줄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764E9-A199-4748-8C17-2175CB4F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rPr>
              <a:t>1. 독립형 게임으로 실행해 PIE에서도 같은 문제인지 비교한다.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67691-E99B-432B-87DB-46281705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05475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rPr>
              <a:t>2. PIE만 안 되면 에디터 개인설정에서 Game Gets Mouse Control을 검색해 켠다.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03A92-4197-444F-AE57-1978EE2D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341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F2F5F7"/>
                </a:solidFill>
                <a:latin typeface="Noto Sans CJK KR"/>
                <a:ea typeface="Noto Sans CJK KR"/>
                <a:cs typeface="Noto Sans CJK KR"/>
              </a:rPr>
              <a:t>3. Esc로 종료되면 키보드 단축키의 월드 플레이 (PIE/SIE) &gt; 중지에서 Esc를 해제한다.</a:t>
            </a:r>
          </a:p>
        </p:txBody>
      </p:sp>
    </p:spTree>
    <p:extLst>
      <p:ext uri="{BB962C8B-B14F-4D97-AF65-F5344CB8AC3E}">
        <p14:creationId xmlns:p14="http://schemas.microsoft.com/office/powerpoint/2010/main" val="20046969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2026-09-17T15:36:08.4640000Z</dcterms:created>
  <dcterms:modified xsi:type="dcterms:W3CDTF">2026-09-17T15:36:08.4640000Z</dcterms:modified>
</coreProperties>
</file>